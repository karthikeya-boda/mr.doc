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5a80122614c43" /><Relationship Type="http://schemas.openxmlformats.org/officeDocument/2006/relationships/extended-properties" Target="/docProps/app.xml" Id="R4c23962d8815496a" /><Relationship Type="http://schemas.openxmlformats.org/officeDocument/2006/relationships/officeDocument" Target="/ppt/presentation.xml" Id="R7e17ad89fc04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5d7057015148f4"/>
  </p:sldMasterIdLst>
  <p:notesMasterIdLst>
    <p:notesMasterId xmlns:r="http://schemas.openxmlformats.org/officeDocument/2006/relationships" r:id="Rbe0a9a687b5d419b"/>
  </p:notesMasterIdLst>
  <p:sldIdLst>
    <p:sldId xmlns:r="http://schemas.openxmlformats.org/officeDocument/2006/relationships" id="256" r:id="R0ead277984ba4231"/>
    <p:sldId xmlns:r="http://schemas.openxmlformats.org/officeDocument/2006/relationships" id="257" r:id="R4dc9aac4de66416d"/>
    <p:sldId xmlns:r="http://schemas.openxmlformats.org/officeDocument/2006/relationships" id="258" r:id="Rdd34b79bee644a36"/>
    <p:sldId xmlns:r="http://schemas.openxmlformats.org/officeDocument/2006/relationships" id="259" r:id="Rf2af39dca49a4366"/>
    <p:sldId xmlns:r="http://schemas.openxmlformats.org/officeDocument/2006/relationships" id="260" r:id="R52927d61f4744b57"/>
    <p:sldId xmlns:r="http://schemas.openxmlformats.org/officeDocument/2006/relationships" id="261" r:id="R35ade62196734e60"/>
    <p:sldId xmlns:r="http://schemas.openxmlformats.org/officeDocument/2006/relationships" id="262" r:id="R2d7cee94a3b24fab"/>
    <p:sldId xmlns:r="http://schemas.openxmlformats.org/officeDocument/2006/relationships" id="263" r:id="R2045492928f941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582c777144f23" /><Relationship Type="http://schemas.openxmlformats.org/officeDocument/2006/relationships/slideMaster" Target="/ppt/slideMasters/slideMaster1.xml" Id="R4c5d7057015148f4" /><Relationship Type="http://schemas.openxmlformats.org/officeDocument/2006/relationships/notesMaster" Target="/ppt/notesMasters/notesMaster1.xml" Id="Rbe0a9a687b5d419b" /><Relationship Type="http://schemas.openxmlformats.org/officeDocument/2006/relationships/presProps" Target="/ppt/presProps.xml" Id="Rbecff65fcadf4ad0" /><Relationship Type="http://schemas.openxmlformats.org/officeDocument/2006/relationships/tableStyles" Target="/ppt/tableStyles.xml" Id="R3c69fd93628f4cc2" /><Relationship Type="http://schemas.openxmlformats.org/officeDocument/2006/relationships/slide" Target="/ppt/slides/slide1.xml" Id="R0ead277984ba4231" /><Relationship Type="http://schemas.openxmlformats.org/officeDocument/2006/relationships/slide" Target="/ppt/slides/slide2.xml" Id="R4dc9aac4de66416d" /><Relationship Type="http://schemas.openxmlformats.org/officeDocument/2006/relationships/slide" Target="/ppt/slides/slide3.xml" Id="Rdd34b79bee644a36" /><Relationship Type="http://schemas.openxmlformats.org/officeDocument/2006/relationships/slide" Target="/ppt/slides/slide4.xml" Id="Rf2af39dca49a4366" /><Relationship Type="http://schemas.openxmlformats.org/officeDocument/2006/relationships/slide" Target="/ppt/slides/slide5.xml" Id="R52927d61f4744b57" /><Relationship Type="http://schemas.openxmlformats.org/officeDocument/2006/relationships/slide" Target="/ppt/slides/slide6.xml" Id="R35ade62196734e60" /><Relationship Type="http://schemas.openxmlformats.org/officeDocument/2006/relationships/slide" Target="/ppt/slides/slide7.xml" Id="R2d7cee94a3b24fab" /><Relationship Type="http://schemas.openxmlformats.org/officeDocument/2006/relationships/slide" Target="/ppt/slides/slide8.xml" Id="R2045492928f9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dee62b60b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f56f84aec4fa9" /><Relationship Type="http://schemas.openxmlformats.org/officeDocument/2006/relationships/notesMaster" Target="/ppt/notesMasters/notesMaster1.xml" Id="R41056b0d58704d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3dc115f18046ab" /><Relationship Type="http://schemas.openxmlformats.org/officeDocument/2006/relationships/notesMaster" Target="/ppt/notesMasters/notesMaster1.xml" Id="R2a057a017ca8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2b19dcaa9e44f3" /><Relationship Type="http://schemas.openxmlformats.org/officeDocument/2006/relationships/notesMaster" Target="/ppt/notesMasters/notesMaster1.xml" Id="R614324d81fe247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7086a9190c4b88" /><Relationship Type="http://schemas.openxmlformats.org/officeDocument/2006/relationships/notesMaster" Target="/ppt/notesMasters/notesMaster1.xml" Id="R019ebca28db14c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c79ee3f6414ba7" /><Relationship Type="http://schemas.openxmlformats.org/officeDocument/2006/relationships/notesMaster" Target="/ppt/notesMasters/notesMaster1.xml" Id="R6fb682e7449340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8e4765a5514b56" /><Relationship Type="http://schemas.openxmlformats.org/officeDocument/2006/relationships/notesMaster" Target="/ppt/notesMasters/notesMaster1.xml" Id="R78d5abc630674e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386ed102e5488c" /><Relationship Type="http://schemas.openxmlformats.org/officeDocument/2006/relationships/notesMaster" Target="/ppt/notesMasters/notesMaster1.xml" Id="R577db4eac58048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7cbd0b210e4e70" /><Relationship Type="http://schemas.openxmlformats.org/officeDocument/2006/relationships/notesMaster" Target="/ppt/notesMasters/notesMaster1.xml" Id="R65b2ca0b49b84c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5eea8d48646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588c5823e49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a120152bc4f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63bd4547d41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9455bc1374d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e999b5a984f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AE4524-F121-414E-A692-F2DD74B39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AC6EFE-BF9A-4AFD-A6A9-55581F56C4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7F7534-C3AC-406A-9C8A-94582061E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E213CF-4E17-445A-A34A-7BAD30454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A63437-C747-4788-8EE4-5B28E24E1D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9A9B63-A74E-4A43-81A8-EF3CF7204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8A3C43-D4C2-4BE4-9FA9-22B71BCB7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B78A29-1AA4-4D6C-8D80-5D3D57FCB3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BCC69B-A033-41FD-8B61-3551FC44B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B2FBA3-81DD-4733-BB33-42626131BB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b014f46ffc4deb" /><Relationship Type="http://schemas.openxmlformats.org/officeDocument/2006/relationships/slideLayout" Target="/ppt/slideLayouts/slideLayout1.xml" Id="R355bc396e3624474" /><Relationship Type="http://schemas.openxmlformats.org/officeDocument/2006/relationships/slideLayout" Target="/ppt/slideLayouts/slideLayout2.xml" Id="R380d60e21b8e4bb8" /><Relationship Type="http://schemas.openxmlformats.org/officeDocument/2006/relationships/slideLayout" Target="/ppt/slideLayouts/slideLayout3.xml" Id="R59d1384aa0594644" /><Relationship Type="http://schemas.openxmlformats.org/officeDocument/2006/relationships/slideLayout" Target="/ppt/slideLayouts/slideLayout4.xml" Id="R7a6f960b6890417c" /><Relationship Type="http://schemas.openxmlformats.org/officeDocument/2006/relationships/slideLayout" Target="/ppt/slideLayouts/slideLayout5.xml" Id="Rb5d83d0ff5a24f60" /><Relationship Type="http://schemas.openxmlformats.org/officeDocument/2006/relationships/slideLayout" Target="/ppt/slideLayouts/slideLayout6.xml" Id="R84df12508a7e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bc396e3624474"/>
    <p:sldLayoutId xmlns:r="http://schemas.openxmlformats.org/officeDocument/2006/relationships" id="2147483650" r:id="R380d60e21b8e4bb8"/>
    <p:sldLayoutId xmlns:r="http://schemas.openxmlformats.org/officeDocument/2006/relationships" id="2147483651" r:id="R59d1384aa0594644"/>
    <p:sldLayoutId xmlns:r="http://schemas.openxmlformats.org/officeDocument/2006/relationships" id="2147483652" r:id="R7a6f960b6890417c"/>
    <p:sldLayoutId xmlns:r="http://schemas.openxmlformats.org/officeDocument/2006/relationships" id="2147483653" r:id="Rb5d83d0ff5a24f60"/>
    <p:sldLayoutId xmlns:r="http://schemas.openxmlformats.org/officeDocument/2006/relationships" id="2147483654" r:id="R84df12508a7e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2b386e2ae4940" /><Relationship Type="http://schemas.openxmlformats.org/officeDocument/2006/relationships/image" Target="/ppt/media/image.png" Id="R705b391dd09b421f" /><Relationship Type="http://schemas.openxmlformats.org/officeDocument/2006/relationships/notesSlide" Target="/ppt/notesSlides/notesSlide1.xml" Id="R26d331eda8784e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d5f62d28b4ea8" /><Relationship Type="http://schemas.openxmlformats.org/officeDocument/2006/relationships/notesSlide" Target="/ppt/notesSlides/notesSlide2.xml" Id="R0ab85594807c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2a6871c6a45c4" /><Relationship Type="http://schemas.openxmlformats.org/officeDocument/2006/relationships/image" Target="/ppt/media/image2.png" Id="R7ac702f45a5740fc" /><Relationship Type="http://schemas.openxmlformats.org/officeDocument/2006/relationships/notesSlide" Target="/ppt/notesSlides/notesSlide3.xml" Id="R2ad767f2e52348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be4cd13c84c3d" /><Relationship Type="http://schemas.openxmlformats.org/officeDocument/2006/relationships/image" Target="/ppt/media/image3.png" Id="Rcbf3bcfcaa0845f6" /><Relationship Type="http://schemas.openxmlformats.org/officeDocument/2006/relationships/image" Target="/ppt/media/image4.png" Id="R69f668f9c29f4321" /><Relationship Type="http://schemas.openxmlformats.org/officeDocument/2006/relationships/notesSlide" Target="/ppt/notesSlides/notesSlide4.xml" Id="R689f6e0d20af48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b0705e3ca44f7" /><Relationship Type="http://schemas.openxmlformats.org/officeDocument/2006/relationships/image" Target="/ppt/media/image5.png" Id="R4f19cd2d85ad4c03" /><Relationship Type="http://schemas.openxmlformats.org/officeDocument/2006/relationships/notesSlide" Target="/ppt/notesSlides/notesSlide5.xml" Id="R404c4fc371f3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15504c5e84f31" /><Relationship Type="http://schemas.openxmlformats.org/officeDocument/2006/relationships/image" Target="/ppt/media/image6.png" Id="Ra9da5f2f0d61421e" /><Relationship Type="http://schemas.openxmlformats.org/officeDocument/2006/relationships/image" Target="/ppt/media/image7.png" Id="R3a5638bce2274d92" /><Relationship Type="http://schemas.openxmlformats.org/officeDocument/2006/relationships/notesSlide" Target="/ppt/notesSlides/notesSlide6.xml" Id="R7710536b3c1c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37942974a4cb7" /><Relationship Type="http://schemas.openxmlformats.org/officeDocument/2006/relationships/notesSlide" Target="/ppt/notesSlides/notesSlide7.xml" Id="R47556137eab643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a93a47a2f43b7" /><Relationship Type="http://schemas.openxmlformats.org/officeDocument/2006/relationships/notesSlide" Target="/ppt/notesSlides/notesSlide8.xml" Id="Rf6c7a141ce4845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6EFAE-FCF2-4833-8E6D-459F3C54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538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</a:defRPr>
            </a:defPPr>
            <a:lvl1pPr algn="l">
              <a:defRPr sz="5100" b="1">
                <a:solidFill>
                  <a:srgbClr val="FFFFFF"/>
                </a:solidFill>
              </a:defRPr>
            </a:lvl1pPr>
            <a:lvl2pPr algn="l">
              <a:defRPr sz="5100" b="1">
                <a:solidFill>
                  <a:srgbClr val="FFFFFF"/>
                </a:solidFill>
              </a:defRPr>
            </a:lvl2pPr>
            <a:lvl3pPr algn="l">
              <a:defRPr sz="5100" b="1">
                <a:solidFill>
                  <a:srgbClr val="FFFFFF"/>
                </a:solidFill>
              </a:defRPr>
            </a:lvl3pPr>
            <a:lvl4pPr algn="l">
              <a:defRPr sz="5100" b="1">
                <a:solidFill>
                  <a:srgbClr val="FFFFFF"/>
                </a:solidFill>
              </a:defRPr>
            </a:lvl4pPr>
            <a:lvl5pPr algn="l">
              <a:defRPr sz="5100" b="1">
                <a:solidFill>
                  <a:srgbClr val="FFFFFF"/>
                </a:solidFill>
              </a:defRPr>
            </a:lvl5pPr>
            <a:lvl6pPr algn="l">
              <a:defRPr sz="5100" b="1">
                <a:solidFill>
                  <a:srgbClr val="FFFFFF"/>
                </a:solidFill>
              </a:defRPr>
            </a:lvl6pPr>
            <a:lvl7pPr algn="l">
              <a:defRPr sz="5100" b="1">
                <a:solidFill>
                  <a:srgbClr val="FFFFFF"/>
                </a:solidFill>
              </a:defRPr>
            </a:lvl7pPr>
            <a:lvl8pPr algn="l">
              <a:defRPr sz="5100" b="1">
                <a:solidFill>
                  <a:srgbClr val="FFFFFF"/>
                </a:solidFill>
              </a:defRPr>
            </a:lvl8pPr>
            <a:lvl9pPr algn="l">
              <a:defRPr sz="5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Mr.Doc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4F285-E1A7-4BD2-801A-D7975C87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7ED4E0"/>
                </a:solidFill>
              </a:defRPr>
            </a:defPPr>
            <a:lvl1pPr algn="l">
              <a:defRPr sz="2625" b="1">
                <a:solidFill>
                  <a:srgbClr val="7ED4E0"/>
                </a:solidFill>
              </a:defRPr>
            </a:lvl1pPr>
            <a:lvl2pPr algn="l">
              <a:defRPr sz="2625" b="1">
                <a:solidFill>
                  <a:srgbClr val="7ED4E0"/>
                </a:solidFill>
              </a:defRPr>
            </a:lvl2pPr>
            <a:lvl3pPr algn="l">
              <a:defRPr sz="2625" b="1">
                <a:solidFill>
                  <a:srgbClr val="7ED4E0"/>
                </a:solidFill>
              </a:defRPr>
            </a:lvl3pPr>
            <a:lvl4pPr algn="l">
              <a:defRPr sz="2625" b="1">
                <a:solidFill>
                  <a:srgbClr val="7ED4E0"/>
                </a:solidFill>
              </a:defRPr>
            </a:lvl4pPr>
            <a:lvl5pPr algn="l">
              <a:defRPr sz="2625" b="1">
                <a:solidFill>
                  <a:srgbClr val="7ED4E0"/>
                </a:solidFill>
              </a:defRPr>
            </a:lvl5pPr>
            <a:lvl6pPr algn="l">
              <a:defRPr sz="2625" b="1">
                <a:solidFill>
                  <a:srgbClr val="7ED4E0"/>
                </a:solidFill>
              </a:defRPr>
            </a:lvl6pPr>
            <a:lvl7pPr algn="l">
              <a:defRPr sz="2625" b="1">
                <a:solidFill>
                  <a:srgbClr val="7ED4E0"/>
                </a:solidFill>
              </a:defRPr>
            </a:lvl7pPr>
            <a:lvl8pPr algn="l">
              <a:defRPr sz="2625" b="1">
                <a:solidFill>
                  <a:srgbClr val="7ED4E0"/>
                </a:solidFill>
              </a:defRPr>
            </a:lvl8pPr>
            <a:lvl9pPr algn="l">
              <a:defRPr sz="2625" b="1">
                <a:solidFill>
                  <a:srgbClr val="7ED4E0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7ED4E0"/>
                </a:solidFill>
              </a:defRPr>
            </a:pPr>
            <a:r>
              <a:rPr sz="2625" b="1">
                <a:solidFill>
                  <a:srgbClr val="7ED4E0"/>
                </a:solidFill>
              </a:rPr>
              <a:t>Personal health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22586-FEAD-4226-B83B-E53EFB59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905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D8E7EC"/>
                </a:solidFill>
              </a:defRPr>
            </a:defPPr>
            <a:lvl1pPr algn="l">
              <a:defRPr sz="1725" b="0">
                <a:solidFill>
                  <a:srgbClr val="D8E7EC"/>
                </a:solidFill>
              </a:defRPr>
            </a:lvl1pPr>
            <a:lvl2pPr algn="l">
              <a:defRPr sz="1725" b="0">
                <a:solidFill>
                  <a:srgbClr val="D8E7EC"/>
                </a:solidFill>
              </a:defRPr>
            </a:lvl2pPr>
            <a:lvl3pPr algn="l">
              <a:defRPr sz="1725" b="0">
                <a:solidFill>
                  <a:srgbClr val="D8E7EC"/>
                </a:solidFill>
              </a:defRPr>
            </a:lvl3pPr>
            <a:lvl4pPr algn="l">
              <a:defRPr sz="1725" b="0">
                <a:solidFill>
                  <a:srgbClr val="D8E7EC"/>
                </a:solidFill>
              </a:defRPr>
            </a:lvl4pPr>
            <a:lvl5pPr algn="l">
              <a:defRPr sz="1725" b="0">
                <a:solidFill>
                  <a:srgbClr val="D8E7EC"/>
                </a:solidFill>
              </a:defRPr>
            </a:lvl5pPr>
            <a:lvl6pPr algn="l">
              <a:defRPr sz="1725" b="0">
                <a:solidFill>
                  <a:srgbClr val="D8E7EC"/>
                </a:solidFill>
              </a:defRPr>
            </a:lvl6pPr>
            <a:lvl7pPr algn="l">
              <a:defRPr sz="1725" b="0">
                <a:solidFill>
                  <a:srgbClr val="D8E7EC"/>
                </a:solidFill>
              </a:defRPr>
            </a:lvl7pPr>
            <a:lvl8pPr algn="l">
              <a:defRPr sz="1725" b="0">
                <a:solidFill>
                  <a:srgbClr val="D8E7EC"/>
                </a:solidFill>
              </a:defRPr>
            </a:lvl8pPr>
            <a:lvl9pPr algn="l">
              <a:defRPr sz="1725" b="0">
                <a:solidFill>
                  <a:srgbClr val="D8E7E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7EC"/>
                </a:solidFill>
              </a:defRPr>
            </a:pPr>
            <a:r>
              <a:rPr sz="1725" b="0">
                <a:solidFill>
                  <a:srgbClr val="D8E7EC"/>
                </a:solidFill>
              </a:rPr>
              <a:t>Project overview, technology stack, and the experience updates you requested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706D6-88F5-4629-B7D7-7055E55C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C7DEC-DC47-44E7-B93F-5A5FC3B9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7D1DC"/>
                </a:solidFill>
              </a:defRPr>
            </a:defPPr>
            <a:lvl1pPr algn="l">
              <a:defRPr sz="1200" b="0">
                <a:solidFill>
                  <a:srgbClr val="B7D1DC"/>
                </a:solidFill>
              </a:defRPr>
            </a:lvl1pPr>
            <a:lvl2pPr algn="l">
              <a:defRPr sz="1200" b="0">
                <a:solidFill>
                  <a:srgbClr val="B7D1DC"/>
                </a:solidFill>
              </a:defRPr>
            </a:lvl2pPr>
            <a:lvl3pPr algn="l">
              <a:defRPr sz="1200" b="0">
                <a:solidFill>
                  <a:srgbClr val="B7D1DC"/>
                </a:solidFill>
              </a:defRPr>
            </a:lvl3pPr>
            <a:lvl4pPr algn="l">
              <a:defRPr sz="1200" b="0">
                <a:solidFill>
                  <a:srgbClr val="B7D1DC"/>
                </a:solidFill>
              </a:defRPr>
            </a:lvl4pPr>
            <a:lvl5pPr algn="l">
              <a:defRPr sz="1200" b="0">
                <a:solidFill>
                  <a:srgbClr val="B7D1DC"/>
                </a:solidFill>
              </a:defRPr>
            </a:lvl5pPr>
            <a:lvl6pPr algn="l">
              <a:defRPr sz="1200" b="0">
                <a:solidFill>
                  <a:srgbClr val="B7D1DC"/>
                </a:solidFill>
              </a:defRPr>
            </a:lvl6pPr>
            <a:lvl7pPr algn="l">
              <a:defRPr sz="1200" b="0">
                <a:solidFill>
                  <a:srgbClr val="B7D1DC"/>
                </a:solidFill>
              </a:defRPr>
            </a:lvl7pPr>
            <a:lvl8pPr algn="l">
              <a:defRPr sz="1200" b="0">
                <a:solidFill>
                  <a:srgbClr val="B7D1DC"/>
                </a:solidFill>
              </a:defRPr>
            </a:lvl8pPr>
            <a:lvl9pPr algn="l">
              <a:defRPr sz="1200" b="0">
                <a:solidFill>
                  <a:srgbClr val="B7D1D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7D1DC"/>
                </a:solidFill>
              </a:defRPr>
            </a:pPr>
            <a:r>
              <a:rPr sz="1200" b="0">
                <a:solidFill>
                  <a:srgbClr val="B7D1DC"/>
                </a:solidFill>
              </a:rPr>
              <a:t>Product and UX summary  ·  24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9739D-AF5E-42CA-81EB-214F7F84A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b391dd09b421f"/>
          <a:stretch xmlns:a="http://schemas.openxmlformats.org/drawingml/2006/main"/>
        </p:blipFill>
        <p:spPr>
          <a:xfrm xmlns:a="http://schemas.openxmlformats.org/drawingml/2006/main">
            <a:off x="7061200" y="323850"/>
            <a:ext cx="412750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25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6B185C-D0AD-4438-B028-436428F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EAE67-4099-450D-A9F1-51EF26E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Languages and framework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94572-C55E-47F7-9C14-258C25E8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D612A-666D-4062-A690-0A9D0225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2D5F8-19E6-4403-8891-7907249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CFD55-D66D-42DE-B611-0AC35B0A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3B54"/>
                </a:solidFill>
              </a:defRPr>
            </a:defPPr>
            <a:lvl1pPr algn="l">
              <a:defRPr sz="2100" b="1">
                <a:solidFill>
                  <a:srgbClr val="123B54"/>
                </a:solidFill>
              </a:defRPr>
            </a:lvl1pPr>
            <a:lvl2pPr algn="l">
              <a:defRPr sz="2100" b="1">
                <a:solidFill>
                  <a:srgbClr val="123B54"/>
                </a:solidFill>
              </a:defRPr>
            </a:lvl2pPr>
            <a:lvl3pPr algn="l">
              <a:defRPr sz="2100" b="1">
                <a:solidFill>
                  <a:srgbClr val="123B54"/>
                </a:solidFill>
              </a:defRPr>
            </a:lvl3pPr>
            <a:lvl4pPr algn="l">
              <a:defRPr sz="2100" b="1">
                <a:solidFill>
                  <a:srgbClr val="123B54"/>
                </a:solidFill>
              </a:defRPr>
            </a:lvl4pPr>
            <a:lvl5pPr algn="l">
              <a:defRPr sz="2100" b="1">
                <a:solidFill>
                  <a:srgbClr val="123B54"/>
                </a:solidFill>
              </a:defRPr>
            </a:lvl5pPr>
            <a:lvl6pPr algn="l">
              <a:defRPr sz="2100" b="1">
                <a:solidFill>
                  <a:srgbClr val="123B54"/>
                </a:solidFill>
              </a:defRPr>
            </a:lvl6pPr>
            <a:lvl7pPr algn="l">
              <a:defRPr sz="2100" b="1">
                <a:solidFill>
                  <a:srgbClr val="123B54"/>
                </a:solidFill>
              </a:defRPr>
            </a:lvl7pPr>
            <a:lvl8pPr algn="l">
              <a:defRPr sz="2100" b="1">
                <a:solidFill>
                  <a:srgbClr val="123B54"/>
                </a:solidFill>
              </a:defRPr>
            </a:lvl8pPr>
            <a:lvl9pPr algn="l">
              <a:defRPr sz="210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3B54"/>
                </a:solidFill>
              </a:defRPr>
            </a:pPr>
            <a:r>
              <a:rPr sz="2100" b="1">
                <a:solidFill>
                  <a:srgbClr val="123B54"/>
                </a:solidFill>
              </a:rPr>
              <a:t>No large frontend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4D7C9-0945-444C-9627-B54F5CB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14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36586C"/>
                </a:solidFill>
              </a:defRPr>
            </a:defPPr>
            <a:lvl1pPr algn="l">
              <a:defRPr sz="1425" b="0">
                <a:solidFill>
                  <a:srgbClr val="36586C"/>
                </a:solidFill>
              </a:defRPr>
            </a:lvl1pPr>
            <a:lvl2pPr algn="l">
              <a:defRPr sz="1425" b="0">
                <a:solidFill>
                  <a:srgbClr val="36586C"/>
                </a:solidFill>
              </a:defRPr>
            </a:lvl2pPr>
            <a:lvl3pPr algn="l">
              <a:defRPr sz="1425" b="0">
                <a:solidFill>
                  <a:srgbClr val="36586C"/>
                </a:solidFill>
              </a:defRPr>
            </a:lvl3pPr>
            <a:lvl4pPr algn="l">
              <a:defRPr sz="1425" b="0">
                <a:solidFill>
                  <a:srgbClr val="36586C"/>
                </a:solidFill>
              </a:defRPr>
            </a:lvl4pPr>
            <a:lvl5pPr algn="l">
              <a:defRPr sz="1425" b="0">
                <a:solidFill>
                  <a:srgbClr val="36586C"/>
                </a:solidFill>
              </a:defRPr>
            </a:lvl5pPr>
            <a:lvl6pPr algn="l">
              <a:defRPr sz="1425" b="0">
                <a:solidFill>
                  <a:srgbClr val="36586C"/>
                </a:solidFill>
              </a:defRPr>
            </a:lvl6pPr>
            <a:lvl7pPr algn="l">
              <a:defRPr sz="1425" b="0">
                <a:solidFill>
                  <a:srgbClr val="36586C"/>
                </a:solidFill>
              </a:defRPr>
            </a:lvl7pPr>
            <a:lvl8pPr algn="l">
              <a:defRPr sz="1425" b="0">
                <a:solidFill>
                  <a:srgbClr val="36586C"/>
                </a:solidFill>
              </a:defRPr>
            </a:lvl8pPr>
            <a:lvl9pPr algn="l">
              <a:defRPr sz="14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6586C"/>
                </a:solidFill>
              </a:defRPr>
            </a:pPr>
            <a:r>
              <a:rPr sz="1425" b="0">
                <a:solidFill>
                  <a:srgbClr val="36586C"/>
                </a:solidFill>
              </a:rPr>
              <a:t>The interface uses native HTML, CSS and JavaScript. The Python backend uses the standard library for its local web server and API requests.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3E0BC-FDFF-41A6-AC36-C2E1621A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Three.js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4AD68-D0A9-4598-8BFB-86994DB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Interactive 3D anatomy and character scenes.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64483-EDE3-4C5C-8889-2722A3B1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QRCode.js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3ED37-6460-4E49-BA4E-9B31B49B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Offline QR generation in the browser.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5B29F-4FCB-4395-9658-279F798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Python standard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F2DBF-3183-4BE4-BA11-4736FFF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HTTP server, JSON, file handling and outbound API requests.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73F4E-7E4B-482D-BC94-EB3DA066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Pillow + pypdfium2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A745D-E63F-4DF9-AAF0-A821CB7A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Optional image and PDF support for OCR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07851-3440-406C-8655-E7C102C3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APP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68B68-74DB-4117-B1B1-16CE2B8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143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99AB9-C4EA-4CB2-80B1-05FEA4AC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1838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</a:defRPr>
            </a:defPPr>
            <a:lvl1pPr algn="l">
              <a:defRPr sz="1500" b="1">
                <a:solidFill>
                  <a:srgbClr val="123B54"/>
                </a:solidFill>
              </a:defRPr>
            </a:lvl1pPr>
            <a:lvl2pPr algn="l">
              <a:defRPr sz="1500" b="1">
                <a:solidFill>
                  <a:srgbClr val="123B54"/>
                </a:solidFill>
              </a:defRPr>
            </a:lvl2pPr>
            <a:lvl3pPr algn="l">
              <a:defRPr sz="1500" b="1">
                <a:solidFill>
                  <a:srgbClr val="123B54"/>
                </a:solidFill>
              </a:defRPr>
            </a:lvl3pPr>
            <a:lvl4pPr algn="l">
              <a:defRPr sz="1500" b="1">
                <a:solidFill>
                  <a:srgbClr val="123B54"/>
                </a:solidFill>
              </a:defRPr>
            </a:lvl4pPr>
            <a:lvl5pPr algn="l">
              <a:defRPr sz="1500" b="1">
                <a:solidFill>
                  <a:srgbClr val="123B54"/>
                </a:solidFill>
              </a:defRPr>
            </a:lvl5pPr>
            <a:lvl6pPr algn="l">
              <a:defRPr sz="1500" b="1">
                <a:solidFill>
                  <a:srgbClr val="123B54"/>
                </a:solidFill>
              </a:defRPr>
            </a:lvl6pPr>
            <a:lvl7pPr algn="l">
              <a:defRPr sz="1500" b="1">
                <a:solidFill>
                  <a:srgbClr val="123B54"/>
                </a:solidFill>
              </a:defRPr>
            </a:lvl7pPr>
            <a:lvl8pPr algn="l">
              <a:defRPr sz="1500" b="1">
                <a:solidFill>
                  <a:srgbClr val="123B54"/>
                </a:solidFill>
              </a:defRPr>
            </a:lvl8pPr>
            <a:lvl9pPr algn="l">
              <a:defRPr sz="150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</a:defRPr>
            </a:pPr>
            <a:r>
              <a:rPr sz="1500" b="1">
                <a:solidFill>
                  <a:srgbClr val="123B54"/>
                </a:solidFill>
              </a:rPr>
              <a:t>Browser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BEE68-5770-4CB4-908C-21655F25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HTML · CSS · JavaScript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B62F4-CC68-4A48-BDB4-B93E16BA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59907-DEFB-4928-860D-CB071565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</a:defRPr>
            </a:defPPr>
            <a:lvl1pPr algn="l">
              <a:defRPr sz="1500" b="1">
                <a:solidFill>
                  <a:srgbClr val="123B54"/>
                </a:solidFill>
              </a:defRPr>
            </a:lvl1pPr>
            <a:lvl2pPr algn="l">
              <a:defRPr sz="1500" b="1">
                <a:solidFill>
                  <a:srgbClr val="123B54"/>
                </a:solidFill>
              </a:defRPr>
            </a:lvl2pPr>
            <a:lvl3pPr algn="l">
              <a:defRPr sz="1500" b="1">
                <a:solidFill>
                  <a:srgbClr val="123B54"/>
                </a:solidFill>
              </a:defRPr>
            </a:lvl3pPr>
            <a:lvl4pPr algn="l">
              <a:defRPr sz="1500" b="1">
                <a:solidFill>
                  <a:srgbClr val="123B54"/>
                </a:solidFill>
              </a:defRPr>
            </a:lvl4pPr>
            <a:lvl5pPr algn="l">
              <a:defRPr sz="1500" b="1">
                <a:solidFill>
                  <a:srgbClr val="123B54"/>
                </a:solidFill>
              </a:defRPr>
            </a:lvl5pPr>
            <a:lvl6pPr algn="l">
              <a:defRPr sz="1500" b="1">
                <a:solidFill>
                  <a:srgbClr val="123B54"/>
                </a:solidFill>
              </a:defRPr>
            </a:lvl6pPr>
            <a:lvl7pPr algn="l">
              <a:defRPr sz="1500" b="1">
                <a:solidFill>
                  <a:srgbClr val="123B54"/>
                </a:solidFill>
              </a:defRPr>
            </a:lvl7pPr>
            <a:lvl8pPr algn="l">
              <a:defRPr sz="1500" b="1">
                <a:solidFill>
                  <a:srgbClr val="123B54"/>
                </a:solidFill>
              </a:defRPr>
            </a:lvl8pPr>
            <a:lvl9pPr algn="l">
              <a:defRPr sz="150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</a:defRPr>
            </a:pPr>
            <a:r>
              <a:rPr sz="1500" b="1">
                <a:solidFill>
                  <a:srgbClr val="123B54"/>
                </a:solidFill>
              </a:rPr>
              <a:t>Python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8D577-8621-4BE8-AA2E-ED13E4F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431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Standard library · port 8000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3FFA5-0908-48A4-9D94-CBF512D6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A9195-1BAE-4D07-824A-05FD107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148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</a:defRPr>
            </a:defPPr>
            <a:lvl1pPr algn="l">
              <a:defRPr sz="1500" b="1">
                <a:solidFill>
                  <a:srgbClr val="123B54"/>
                </a:solidFill>
              </a:defRPr>
            </a:lvl1pPr>
            <a:lvl2pPr algn="l">
              <a:defRPr sz="1500" b="1">
                <a:solidFill>
                  <a:srgbClr val="123B54"/>
                </a:solidFill>
              </a:defRPr>
            </a:lvl2pPr>
            <a:lvl3pPr algn="l">
              <a:defRPr sz="1500" b="1">
                <a:solidFill>
                  <a:srgbClr val="123B54"/>
                </a:solidFill>
              </a:defRPr>
            </a:lvl3pPr>
            <a:lvl4pPr algn="l">
              <a:defRPr sz="1500" b="1">
                <a:solidFill>
                  <a:srgbClr val="123B54"/>
                </a:solidFill>
              </a:defRPr>
            </a:lvl4pPr>
            <a:lvl5pPr algn="l">
              <a:defRPr sz="1500" b="1">
                <a:solidFill>
                  <a:srgbClr val="123B54"/>
                </a:solidFill>
              </a:defRPr>
            </a:lvl5pPr>
            <a:lvl6pPr algn="l">
              <a:defRPr sz="1500" b="1">
                <a:solidFill>
                  <a:srgbClr val="123B54"/>
                </a:solidFill>
              </a:defRPr>
            </a:lvl6pPr>
            <a:lvl7pPr algn="l">
              <a:defRPr sz="1500" b="1">
                <a:solidFill>
                  <a:srgbClr val="123B54"/>
                </a:solidFill>
              </a:defRPr>
            </a:lvl7pPr>
            <a:lvl8pPr algn="l">
              <a:defRPr sz="1500" b="1">
                <a:solidFill>
                  <a:srgbClr val="123B54"/>
                </a:solidFill>
              </a:defRPr>
            </a:lvl8pPr>
            <a:lvl9pPr algn="l">
              <a:defRPr sz="150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</a:defRPr>
            </a:pPr>
            <a:r>
              <a:rPr sz="1500" b="1">
                <a:solidFill>
                  <a:srgbClr val="123B54"/>
                </a:solidFill>
              </a:rPr>
              <a:t>AI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0A687-08D9-4CF7-A523-19EB6E1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863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Gemini · optional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E20FD-DAB9-4927-B94B-D82B779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143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92998-594E-403D-B4FF-152FE99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1838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</a:defRPr>
            </a:defPPr>
            <a:lvl1pPr algn="l">
              <a:defRPr sz="1500" b="1">
                <a:solidFill>
                  <a:srgbClr val="123B54"/>
                </a:solidFill>
              </a:defRPr>
            </a:lvl1pPr>
            <a:lvl2pPr algn="l">
              <a:defRPr sz="1500" b="1">
                <a:solidFill>
                  <a:srgbClr val="123B54"/>
                </a:solidFill>
              </a:defRPr>
            </a:lvl2pPr>
            <a:lvl3pPr algn="l">
              <a:defRPr sz="1500" b="1">
                <a:solidFill>
                  <a:srgbClr val="123B54"/>
                </a:solidFill>
              </a:defRPr>
            </a:lvl3pPr>
            <a:lvl4pPr algn="l">
              <a:defRPr sz="1500" b="1">
                <a:solidFill>
                  <a:srgbClr val="123B54"/>
                </a:solidFill>
              </a:defRPr>
            </a:lvl4pPr>
            <a:lvl5pPr algn="l">
              <a:defRPr sz="1500" b="1">
                <a:solidFill>
                  <a:srgbClr val="123B54"/>
                </a:solidFill>
              </a:defRPr>
            </a:lvl5pPr>
            <a:lvl6pPr algn="l">
              <a:defRPr sz="1500" b="1">
                <a:solidFill>
                  <a:srgbClr val="123B54"/>
                </a:solidFill>
              </a:defRPr>
            </a:lvl6pPr>
            <a:lvl7pPr algn="l">
              <a:defRPr sz="1500" b="1">
                <a:solidFill>
                  <a:srgbClr val="123B54"/>
                </a:solidFill>
              </a:defRPr>
            </a:lvl7pPr>
            <a:lvl8pPr algn="l">
              <a:defRPr sz="1500" b="1">
                <a:solidFill>
                  <a:srgbClr val="123B54"/>
                </a:solidFill>
              </a:defRPr>
            </a:lvl8pPr>
            <a:lvl9pPr algn="l">
              <a:defRPr sz="150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</a:defRPr>
            </a:pPr>
            <a:r>
              <a:rPr sz="1500" b="1">
                <a:solidFill>
                  <a:srgbClr val="123B54"/>
                </a:solidFill>
              </a:rPr>
              <a:t>Local browser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98D23-184F-4DAD-A6C7-07CDA62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localStorage · FHIR-style 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78EBE-6A26-4DB9-AE06-C48B167D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684A6"/>
                </a:solidFill>
              </a:defRPr>
            </a:defPPr>
            <a:lvl1pPr algn="ctr">
              <a:defRPr sz="975" b="1">
                <a:solidFill>
                  <a:srgbClr val="1684A6"/>
                </a:solidFill>
              </a:defRPr>
            </a:lvl1pPr>
            <a:lvl2pPr algn="ctr">
              <a:defRPr sz="975" b="1">
                <a:solidFill>
                  <a:srgbClr val="1684A6"/>
                </a:solidFill>
              </a:defRPr>
            </a:lvl2pPr>
            <a:lvl3pPr algn="ctr">
              <a:defRPr sz="975" b="1">
                <a:solidFill>
                  <a:srgbClr val="1684A6"/>
                </a:solidFill>
              </a:defRPr>
            </a:lvl3pPr>
            <a:lvl4pPr algn="ctr">
              <a:defRPr sz="975" b="1">
                <a:solidFill>
                  <a:srgbClr val="1684A6"/>
                </a:solidFill>
              </a:defRPr>
            </a:lvl4pPr>
            <a:lvl5pPr algn="ctr">
              <a:defRPr sz="975" b="1">
                <a:solidFill>
                  <a:srgbClr val="1684A6"/>
                </a:solidFill>
              </a:defRPr>
            </a:lvl5pPr>
            <a:lvl6pPr algn="ctr">
              <a:defRPr sz="975" b="1">
                <a:solidFill>
                  <a:srgbClr val="1684A6"/>
                </a:solidFill>
              </a:defRPr>
            </a:lvl6pPr>
            <a:lvl7pPr algn="ctr">
              <a:defRPr sz="975" b="1">
                <a:solidFill>
                  <a:srgbClr val="1684A6"/>
                </a:solidFill>
              </a:defRPr>
            </a:lvl7pPr>
            <a:lvl8pPr algn="ctr">
              <a:defRPr sz="975" b="1">
                <a:solidFill>
                  <a:srgbClr val="1684A6"/>
                </a:solidFill>
              </a:defRPr>
            </a:lvl8pPr>
            <a:lvl9pPr algn="ctr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Requests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A8B1D-391C-4FF9-99A6-1CC9301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684A6"/>
                </a:solidFill>
              </a:defRPr>
            </a:defPPr>
            <a:lvl1pPr algn="ctr">
              <a:defRPr sz="975" b="1">
                <a:solidFill>
                  <a:srgbClr val="1684A6"/>
                </a:solidFill>
              </a:defRPr>
            </a:lvl1pPr>
            <a:lvl2pPr algn="ctr">
              <a:defRPr sz="975" b="1">
                <a:solidFill>
                  <a:srgbClr val="1684A6"/>
                </a:solidFill>
              </a:defRPr>
            </a:lvl2pPr>
            <a:lvl3pPr algn="ctr">
              <a:defRPr sz="975" b="1">
                <a:solidFill>
                  <a:srgbClr val="1684A6"/>
                </a:solidFill>
              </a:defRPr>
            </a:lvl3pPr>
            <a:lvl4pPr algn="ctr">
              <a:defRPr sz="975" b="1">
                <a:solidFill>
                  <a:srgbClr val="1684A6"/>
                </a:solidFill>
              </a:defRPr>
            </a:lvl4pPr>
            <a:lvl5pPr algn="ctr">
              <a:defRPr sz="975" b="1">
                <a:solidFill>
                  <a:srgbClr val="1684A6"/>
                </a:solidFill>
              </a:defRPr>
            </a:lvl5pPr>
            <a:lvl6pPr algn="ctr">
              <a:defRPr sz="975" b="1">
                <a:solidFill>
                  <a:srgbClr val="1684A6"/>
                </a:solidFill>
              </a:defRPr>
            </a:lvl6pPr>
            <a:lvl7pPr algn="ctr">
              <a:defRPr sz="975" b="1">
                <a:solidFill>
                  <a:srgbClr val="1684A6"/>
                </a:solidFill>
              </a:defRPr>
            </a:lvl7pPr>
            <a:lvl8pPr algn="ctr">
              <a:defRPr sz="975" b="1">
                <a:solidFill>
                  <a:srgbClr val="1684A6"/>
                </a:solidFill>
              </a:defRPr>
            </a:lvl8pPr>
            <a:lvl9pPr algn="ctr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OCR · chat · voice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BFE2B-191C-4437-901D-791FFB5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339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684A6"/>
                </a:solidFill>
              </a:defRPr>
            </a:defPPr>
            <a:lvl1pPr algn="ctr">
              <a:defRPr sz="975" b="1">
                <a:solidFill>
                  <a:srgbClr val="1684A6"/>
                </a:solidFill>
              </a:defRPr>
            </a:lvl1pPr>
            <a:lvl2pPr algn="ctr">
              <a:defRPr sz="975" b="1">
                <a:solidFill>
                  <a:srgbClr val="1684A6"/>
                </a:solidFill>
              </a:defRPr>
            </a:lvl2pPr>
            <a:lvl3pPr algn="ctr">
              <a:defRPr sz="975" b="1">
                <a:solidFill>
                  <a:srgbClr val="1684A6"/>
                </a:solidFill>
              </a:defRPr>
            </a:lvl3pPr>
            <a:lvl4pPr algn="ctr">
              <a:defRPr sz="975" b="1">
                <a:solidFill>
                  <a:srgbClr val="1684A6"/>
                </a:solidFill>
              </a:defRPr>
            </a:lvl4pPr>
            <a:lvl5pPr algn="ctr">
              <a:defRPr sz="975" b="1">
                <a:solidFill>
                  <a:srgbClr val="1684A6"/>
                </a:solidFill>
              </a:defRPr>
            </a:lvl5pPr>
            <a:lvl6pPr algn="ctr">
              <a:defRPr sz="975" b="1">
                <a:solidFill>
                  <a:srgbClr val="1684A6"/>
                </a:solidFill>
              </a:defRPr>
            </a:lvl6pPr>
            <a:lvl7pPr algn="ctr">
              <a:defRPr sz="975" b="1">
                <a:solidFill>
                  <a:srgbClr val="1684A6"/>
                </a:solidFill>
              </a:defRPr>
            </a:lvl7pPr>
            <a:lvl8pPr algn="ctr">
              <a:defRPr sz="975" b="1">
                <a:solidFill>
                  <a:srgbClr val="1684A6"/>
                </a:solidFill>
              </a:defRPr>
            </a:lvl8pPr>
            <a:lvl9pPr algn="ctr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Saved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8D37E-0373-48B8-AB9D-FFC630A1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864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7788"/>
                </a:solidFill>
              </a:defRPr>
            </a:defPPr>
            <a:lvl1pPr algn="l">
              <a:defRPr sz="1050" b="0">
                <a:solidFill>
                  <a:srgbClr val="5B7788"/>
                </a:solidFill>
              </a:defRPr>
            </a:lvl1pPr>
            <a:lvl2pPr algn="l">
              <a:defRPr sz="1050" b="0">
                <a:solidFill>
                  <a:srgbClr val="5B7788"/>
                </a:solidFill>
              </a:defRPr>
            </a:lvl2pPr>
            <a:lvl3pPr algn="l">
              <a:defRPr sz="1050" b="0">
                <a:solidFill>
                  <a:srgbClr val="5B7788"/>
                </a:solidFill>
              </a:defRPr>
            </a:lvl3pPr>
            <a:lvl4pPr algn="l">
              <a:defRPr sz="1050" b="0">
                <a:solidFill>
                  <a:srgbClr val="5B7788"/>
                </a:solidFill>
              </a:defRPr>
            </a:lvl4pPr>
            <a:lvl5pPr algn="l">
              <a:defRPr sz="1050" b="0">
                <a:solidFill>
                  <a:srgbClr val="5B7788"/>
                </a:solidFill>
              </a:defRPr>
            </a:lvl5pPr>
            <a:lvl6pPr algn="l">
              <a:defRPr sz="1050" b="0">
                <a:solidFill>
                  <a:srgbClr val="5B7788"/>
                </a:solidFill>
              </a:defRPr>
            </a:lvl6pPr>
            <a:lvl7pPr algn="l">
              <a:defRPr sz="1050" b="0">
                <a:solidFill>
                  <a:srgbClr val="5B7788"/>
                </a:solidFill>
              </a:defRPr>
            </a:lvl7pPr>
            <a:lvl8pPr algn="l">
              <a:defRPr sz="1050" b="0">
                <a:solidFill>
                  <a:srgbClr val="5B7788"/>
                </a:solidFill>
              </a:defRPr>
            </a:lvl8pPr>
            <a:lvl9pPr algn="l">
              <a:defRPr sz="1050" b="0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7788"/>
                </a:solidFill>
              </a:defRPr>
            </a:pPr>
            <a:r>
              <a:rPr sz="1050" b="0">
                <a:solidFill>
                  <a:srgbClr val="5B7788"/>
                </a:solidFill>
              </a:rPr>
              <a:t>FHIR-style means structured data; it is not an ABDM/ABHA integration.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04D18-97D1-40DD-B329-FCB01558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83E54"/>
                </a:solidFill>
              </a:defRPr>
            </a:defPPr>
            <a:lvl1pPr algn="l">
              <a:defRPr sz="1125" b="1">
                <a:solidFill>
                  <a:srgbClr val="183E54"/>
                </a:solidFill>
              </a:defRPr>
            </a:lvl1pPr>
            <a:lvl2pPr algn="l">
              <a:defRPr sz="1125" b="1">
                <a:solidFill>
                  <a:srgbClr val="183E54"/>
                </a:solidFill>
              </a:defRPr>
            </a:lvl2pPr>
            <a:lvl3pPr algn="l">
              <a:defRPr sz="1125" b="1">
                <a:solidFill>
                  <a:srgbClr val="183E54"/>
                </a:solidFill>
              </a:defRPr>
            </a:lvl3pPr>
            <a:lvl4pPr algn="l">
              <a:defRPr sz="1125" b="1">
                <a:solidFill>
                  <a:srgbClr val="183E54"/>
                </a:solidFill>
              </a:defRPr>
            </a:lvl4pPr>
            <a:lvl5pPr algn="l">
              <a:defRPr sz="1125" b="1">
                <a:solidFill>
                  <a:srgbClr val="183E54"/>
                </a:solidFill>
              </a:defRPr>
            </a:lvl5pPr>
            <a:lvl6pPr algn="l">
              <a:defRPr sz="1125" b="1">
                <a:solidFill>
                  <a:srgbClr val="183E54"/>
                </a:solidFill>
              </a:defRPr>
            </a:lvl6pPr>
            <a:lvl7pPr algn="l">
              <a:defRPr sz="1125" b="1">
                <a:solidFill>
                  <a:srgbClr val="183E54"/>
                </a:solidFill>
              </a:defRPr>
            </a:lvl7pPr>
            <a:lvl8pPr algn="l">
              <a:defRPr sz="1125" b="1">
                <a:solidFill>
                  <a:srgbClr val="183E54"/>
                </a:solidFill>
              </a:defRPr>
            </a:lvl8pPr>
            <a:lvl9pPr algn="l">
              <a:defRPr sz="11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83E54"/>
                </a:solidFill>
              </a:defRPr>
            </a:pPr>
            <a:r>
              <a:rPr sz="1125" b="1">
                <a:solidFill>
                  <a:srgbClr val="183E54"/>
                </a:solidFill>
              </a:rPr>
              <a:t>Interface languages: English, Hindi, Telugu and Tamil. Voice uses Gemini TTS with browser speech fallback.</a:t>
            </a:r>
          </a:p>
        </p:txBody>
      </p:sp>
    </p:spTree>
    <p:extLst>
      <p:ext uri="{BB962C8B-B14F-4D97-AF65-F5344CB8AC3E}">
        <p14:creationId xmlns:p14="http://schemas.microsoft.com/office/powerpoint/2010/main" val="212575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F3AC9-AEA3-48DD-B6E0-805D4735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6DA0A-1D55-4001-8C3E-8FD0F57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Appointment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3EFC0-EEEA-47A1-9C97-0E90A3D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7D421-D6AD-44E6-ADD9-DBC48C2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6DAB7-BC83-4F73-8917-FBC6E9BD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C751E-EA3C-4D7E-A343-F996CDEED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702f45a5740fc"/>
          <a:stretch xmlns:a="http://schemas.openxmlformats.org/drawingml/2006/main"/>
        </p:blipFill>
        <p:spPr>
          <a:xfrm xmlns:a="http://schemas.openxmlformats.org/drawingml/2006/main">
            <a:off x="609600" y="1981614"/>
            <a:ext cx="6048375" cy="34186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A2A4D-6224-4C49-A700-61985654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049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B54"/>
                </a:solidFill>
              </a:defRPr>
            </a:defPPr>
            <a:lvl1pPr algn="l">
              <a:defRPr sz="1875" b="1">
                <a:solidFill>
                  <a:srgbClr val="123B54"/>
                </a:solidFill>
              </a:defRPr>
            </a:lvl1pPr>
            <a:lvl2pPr algn="l">
              <a:defRPr sz="1875" b="1">
                <a:solidFill>
                  <a:srgbClr val="123B54"/>
                </a:solidFill>
              </a:defRPr>
            </a:lvl2pPr>
            <a:lvl3pPr algn="l">
              <a:defRPr sz="1875" b="1">
                <a:solidFill>
                  <a:srgbClr val="123B54"/>
                </a:solidFill>
              </a:defRPr>
            </a:lvl3pPr>
            <a:lvl4pPr algn="l">
              <a:defRPr sz="1875" b="1">
                <a:solidFill>
                  <a:srgbClr val="123B54"/>
                </a:solidFill>
              </a:defRPr>
            </a:lvl4pPr>
            <a:lvl5pPr algn="l">
              <a:defRPr sz="1875" b="1">
                <a:solidFill>
                  <a:srgbClr val="123B54"/>
                </a:solidFill>
              </a:defRPr>
            </a:lvl5pPr>
            <a:lvl6pPr algn="l">
              <a:defRPr sz="1875" b="1">
                <a:solidFill>
                  <a:srgbClr val="123B54"/>
                </a:solidFill>
              </a:defRPr>
            </a:lvl6pPr>
            <a:lvl7pPr algn="l">
              <a:defRPr sz="1875" b="1">
                <a:solidFill>
                  <a:srgbClr val="123B54"/>
                </a:solidFill>
              </a:defRPr>
            </a:lvl7pPr>
            <a:lvl8pPr algn="l">
              <a:defRPr sz="1875" b="1">
                <a:solidFill>
                  <a:srgbClr val="123B54"/>
                </a:solidFill>
              </a:defRPr>
            </a:lvl8pPr>
            <a:lvl9pPr algn="l">
              <a:defRPr sz="1875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B54"/>
                </a:solidFill>
              </a:defRPr>
            </a:pPr>
            <a:r>
              <a:rPr sz="1875" b="1">
                <a:solidFill>
                  <a:srgbClr val="123B54"/>
                </a:solidFill>
              </a:rPr>
              <a:t>Appointment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3FD76-CA1E-4AD6-BFE8-D3995721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Date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0E527-27BE-4973-B5FE-90156502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145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Use clear dropdown controls for date and available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0EE28-8DCE-414B-84D6-04AAB3F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Doctor or department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A2352-AB83-4CB8-9854-58DB707A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908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Offer common specialties and clinician types as selectable options.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6A116-7341-4784-A8A0-466ECD3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Questions for the visit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E5F22-842D-450A-AE6A-E8F4250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Generate questions from the appointment and specialty.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D7A9B-7D0A-42B8-9E7A-B4736C5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Compact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4692A-0C44-4BE8-9CD1-8004883E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434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Show highlighted discussion points in a small popup, not a full page or editable question field.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7BD43-1959-42AE-AE86-9B083FF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19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B7788"/>
                </a:solidFill>
              </a:defRPr>
            </a:defPPr>
            <a:lvl1pPr algn="l">
              <a:defRPr sz="1050" b="0">
                <a:solidFill>
                  <a:srgbClr val="5B7788"/>
                </a:solidFill>
              </a:defRPr>
            </a:lvl1pPr>
            <a:lvl2pPr algn="l">
              <a:defRPr sz="1050" b="0">
                <a:solidFill>
                  <a:srgbClr val="5B7788"/>
                </a:solidFill>
              </a:defRPr>
            </a:lvl2pPr>
            <a:lvl3pPr algn="l">
              <a:defRPr sz="1050" b="0">
                <a:solidFill>
                  <a:srgbClr val="5B7788"/>
                </a:solidFill>
              </a:defRPr>
            </a:lvl3pPr>
            <a:lvl4pPr algn="l">
              <a:defRPr sz="1050" b="0">
                <a:solidFill>
                  <a:srgbClr val="5B7788"/>
                </a:solidFill>
              </a:defRPr>
            </a:lvl4pPr>
            <a:lvl5pPr algn="l">
              <a:defRPr sz="1050" b="0">
                <a:solidFill>
                  <a:srgbClr val="5B7788"/>
                </a:solidFill>
              </a:defRPr>
            </a:lvl5pPr>
            <a:lvl6pPr algn="l">
              <a:defRPr sz="1050" b="0">
                <a:solidFill>
                  <a:srgbClr val="5B7788"/>
                </a:solidFill>
              </a:defRPr>
            </a:lvl6pPr>
            <a:lvl7pPr algn="l">
              <a:defRPr sz="1050" b="0">
                <a:solidFill>
                  <a:srgbClr val="5B7788"/>
                </a:solidFill>
              </a:defRPr>
            </a:lvl7pPr>
            <a:lvl8pPr algn="l">
              <a:defRPr sz="1050" b="0">
                <a:solidFill>
                  <a:srgbClr val="5B7788"/>
                </a:solidFill>
              </a:defRPr>
            </a:lvl8pPr>
            <a:lvl9pPr algn="l">
              <a:defRPr sz="1050" b="0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7788"/>
                </a:solidFill>
              </a:defRPr>
            </a:pPr>
            <a:r>
              <a:rPr sz="1050" b="0">
                <a:solidFill>
                  <a:srgbClr val="5B7788"/>
                </a:solidFill>
              </a:rPr>
              <a:t>The screenshot shows the current form with generated questions inline. The popup behavior above is the requested refinement.</a:t>
            </a:r>
          </a:p>
        </p:txBody>
      </p:sp>
    </p:spTree>
    <p:extLst>
      <p:ext uri="{BB962C8B-B14F-4D97-AF65-F5344CB8AC3E}">
        <p14:creationId xmlns:p14="http://schemas.microsoft.com/office/powerpoint/2010/main" val="1060461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1D245-C0FD-4E65-95E0-24D5D0A7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FCE54-BE48-4EBB-9D71-8C28A176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Family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4DFC5-DDF1-4E4D-9FFA-1E763EB8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5807A-81C3-469D-AC47-1B24628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1F4BF-D589-4A97-8BB1-C6D4B293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7E284-DC91-4164-A7EA-90089CF65E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3bcfcaa0845f6"/>
          <a:stretch xmlns:a="http://schemas.openxmlformats.org/drawingml/2006/main"/>
        </p:blipFill>
        <p:spPr>
          <a:xfrm xmlns:a="http://schemas.openxmlformats.org/drawingml/2006/main">
            <a:off x="552450" y="1952083"/>
            <a:ext cx="4953000" cy="2001334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53F65-1867-4E17-95A6-6B99C00D82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668f9c29f4321"/>
          <a:stretch xmlns:a="http://schemas.openxmlformats.org/drawingml/2006/main"/>
        </p:blipFill>
        <p:spPr>
          <a:xfrm xmlns:a="http://schemas.openxmlformats.org/drawingml/2006/main">
            <a:off x="552450" y="4067740"/>
            <a:ext cx="4953000" cy="22372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96A0F-DA05-4FC4-8876-A01D9047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04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3B54"/>
                </a:solidFill>
              </a:defRPr>
            </a:defPPr>
            <a:lvl1pPr algn="l">
              <a:defRPr sz="2025" b="1">
                <a:solidFill>
                  <a:srgbClr val="123B54"/>
                </a:solidFill>
              </a:defRPr>
            </a:lvl1pPr>
            <a:lvl2pPr algn="l">
              <a:defRPr sz="2025" b="1">
                <a:solidFill>
                  <a:srgbClr val="123B54"/>
                </a:solidFill>
              </a:defRPr>
            </a:lvl2pPr>
            <a:lvl3pPr algn="l">
              <a:defRPr sz="2025" b="1">
                <a:solidFill>
                  <a:srgbClr val="123B54"/>
                </a:solidFill>
              </a:defRPr>
            </a:lvl3pPr>
            <a:lvl4pPr algn="l">
              <a:defRPr sz="2025" b="1">
                <a:solidFill>
                  <a:srgbClr val="123B54"/>
                </a:solidFill>
              </a:defRPr>
            </a:lvl4pPr>
            <a:lvl5pPr algn="l">
              <a:defRPr sz="2025" b="1">
                <a:solidFill>
                  <a:srgbClr val="123B54"/>
                </a:solidFill>
              </a:defRPr>
            </a:lvl5pPr>
            <a:lvl6pPr algn="l">
              <a:defRPr sz="2025" b="1">
                <a:solidFill>
                  <a:srgbClr val="123B54"/>
                </a:solidFill>
              </a:defRPr>
            </a:lvl6pPr>
            <a:lvl7pPr algn="l">
              <a:defRPr sz="2025" b="1">
                <a:solidFill>
                  <a:srgbClr val="123B54"/>
                </a:solidFill>
              </a:defRPr>
            </a:lvl7pPr>
            <a:lvl8pPr algn="l">
              <a:defRPr sz="2025" b="1">
                <a:solidFill>
                  <a:srgbClr val="123B54"/>
                </a:solidFill>
              </a:defRPr>
            </a:lvl8pPr>
            <a:lvl9pPr algn="l">
              <a:defRPr sz="2025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B54"/>
                </a:solidFill>
              </a:defRPr>
            </a:pPr>
            <a:r>
              <a:rPr sz="2025" b="1">
                <a:solidFill>
                  <a:srgbClr val="123B54"/>
                </a:solidFill>
              </a:rPr>
              <a:t>Two-step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06A91-1B18-49BE-881C-0915B5B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1  Choose who is using Mr.Doc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FB6C-B219-4E05-AAD6-E9E960B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98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36586C"/>
                </a:solidFill>
              </a:defRPr>
            </a:defPPr>
            <a:lvl1pPr algn="l">
              <a:defRPr sz="1275" b="0">
                <a:solidFill>
                  <a:srgbClr val="36586C"/>
                </a:solidFill>
              </a:defRPr>
            </a:lvl1pPr>
            <a:lvl2pPr algn="l">
              <a:defRPr sz="1275" b="0">
                <a:solidFill>
                  <a:srgbClr val="36586C"/>
                </a:solidFill>
              </a:defRPr>
            </a:lvl2pPr>
            <a:lvl3pPr algn="l">
              <a:defRPr sz="1275" b="0">
                <a:solidFill>
                  <a:srgbClr val="36586C"/>
                </a:solidFill>
              </a:defRPr>
            </a:lvl3pPr>
            <a:lvl4pPr algn="l">
              <a:defRPr sz="1275" b="0">
                <a:solidFill>
                  <a:srgbClr val="36586C"/>
                </a:solidFill>
              </a:defRPr>
            </a:lvl4pPr>
            <a:lvl5pPr algn="l">
              <a:defRPr sz="1275" b="0">
                <a:solidFill>
                  <a:srgbClr val="36586C"/>
                </a:solidFill>
              </a:defRPr>
            </a:lvl5pPr>
            <a:lvl6pPr algn="l">
              <a:defRPr sz="1275" b="0">
                <a:solidFill>
                  <a:srgbClr val="36586C"/>
                </a:solidFill>
              </a:defRPr>
            </a:lvl6pPr>
            <a:lvl7pPr algn="l">
              <a:defRPr sz="1275" b="0">
                <a:solidFill>
                  <a:srgbClr val="36586C"/>
                </a:solidFill>
              </a:defRPr>
            </a:lvl7pPr>
            <a:lvl8pPr algn="l">
              <a:defRPr sz="1275" b="0">
                <a:solidFill>
                  <a:srgbClr val="36586C"/>
                </a:solidFill>
              </a:defRPr>
            </a:lvl8pPr>
            <a:lvl9pPr algn="l">
              <a:defRPr sz="127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6586C"/>
                </a:solidFill>
              </a:defRPr>
            </a:pPr>
            <a:r>
              <a:rPr sz="1275" b="0">
                <a:solidFill>
                  <a:srgbClr val="36586C"/>
                </a:solidFill>
              </a:rPr>
              <a:t>Father, Mother, Son or Daughter, with a simple custom option.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5C2D0-1387-4726-B729-8E3C79C3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2  Confirm, then add family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DDEAF-0CDD-4C74-A117-19E223E7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36586C"/>
                </a:solidFill>
              </a:defRPr>
            </a:defPPr>
            <a:lvl1pPr algn="l">
              <a:defRPr sz="1275" b="0">
                <a:solidFill>
                  <a:srgbClr val="36586C"/>
                </a:solidFill>
              </a:defRPr>
            </a:lvl1pPr>
            <a:lvl2pPr algn="l">
              <a:defRPr sz="1275" b="0">
                <a:solidFill>
                  <a:srgbClr val="36586C"/>
                </a:solidFill>
              </a:defRPr>
            </a:lvl2pPr>
            <a:lvl3pPr algn="l">
              <a:defRPr sz="1275" b="0">
                <a:solidFill>
                  <a:srgbClr val="36586C"/>
                </a:solidFill>
              </a:defRPr>
            </a:lvl3pPr>
            <a:lvl4pPr algn="l">
              <a:defRPr sz="1275" b="0">
                <a:solidFill>
                  <a:srgbClr val="36586C"/>
                </a:solidFill>
              </a:defRPr>
            </a:lvl4pPr>
            <a:lvl5pPr algn="l">
              <a:defRPr sz="1275" b="0">
                <a:solidFill>
                  <a:srgbClr val="36586C"/>
                </a:solidFill>
              </a:defRPr>
            </a:lvl5pPr>
            <a:lvl6pPr algn="l">
              <a:defRPr sz="1275" b="0">
                <a:solidFill>
                  <a:srgbClr val="36586C"/>
                </a:solidFill>
              </a:defRPr>
            </a:lvl6pPr>
            <a:lvl7pPr algn="l">
              <a:defRPr sz="1275" b="0">
                <a:solidFill>
                  <a:srgbClr val="36586C"/>
                </a:solidFill>
              </a:defRPr>
            </a:lvl7pPr>
            <a:lvl8pPr algn="l">
              <a:defRPr sz="1275" b="0">
                <a:solidFill>
                  <a:srgbClr val="36586C"/>
                </a:solidFill>
              </a:defRPr>
            </a:lvl8pPr>
            <a:lvl9pPr algn="l">
              <a:defRPr sz="127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6586C"/>
                </a:solidFill>
              </a:defRPr>
            </a:pPr>
            <a:r>
              <a:rPr sz="1275" b="0">
                <a:solidFill>
                  <a:srgbClr val="36586C"/>
                </a:solidFill>
              </a:rPr>
              <a:t>Show family choices only after the user confirms their own profile.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4BB11-E419-41E4-A1C9-E249CAC4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481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Separate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63DD8-42E4-4FA7-8DC9-AF11C08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434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36586C"/>
                </a:solidFill>
              </a:defRPr>
            </a:defPPr>
            <a:lvl1pPr algn="l">
              <a:defRPr sz="1275" b="0">
                <a:solidFill>
                  <a:srgbClr val="36586C"/>
                </a:solidFill>
              </a:defRPr>
            </a:lvl1pPr>
            <a:lvl2pPr algn="l">
              <a:defRPr sz="1275" b="0">
                <a:solidFill>
                  <a:srgbClr val="36586C"/>
                </a:solidFill>
              </a:defRPr>
            </a:lvl2pPr>
            <a:lvl3pPr algn="l">
              <a:defRPr sz="1275" b="0">
                <a:solidFill>
                  <a:srgbClr val="36586C"/>
                </a:solidFill>
              </a:defRPr>
            </a:lvl3pPr>
            <a:lvl4pPr algn="l">
              <a:defRPr sz="1275" b="0">
                <a:solidFill>
                  <a:srgbClr val="36586C"/>
                </a:solidFill>
              </a:defRPr>
            </a:lvl4pPr>
            <a:lvl5pPr algn="l">
              <a:defRPr sz="1275" b="0">
                <a:solidFill>
                  <a:srgbClr val="36586C"/>
                </a:solidFill>
              </a:defRPr>
            </a:lvl5pPr>
            <a:lvl6pPr algn="l">
              <a:defRPr sz="1275" b="0">
                <a:solidFill>
                  <a:srgbClr val="36586C"/>
                </a:solidFill>
              </a:defRPr>
            </a:lvl6pPr>
            <a:lvl7pPr algn="l">
              <a:defRPr sz="1275" b="0">
                <a:solidFill>
                  <a:srgbClr val="36586C"/>
                </a:solidFill>
              </a:defRPr>
            </a:lvl7pPr>
            <a:lvl8pPr algn="l">
              <a:defRPr sz="1275" b="0">
                <a:solidFill>
                  <a:srgbClr val="36586C"/>
                </a:solidFill>
              </a:defRPr>
            </a:lvl8pPr>
            <a:lvl9pPr algn="l">
              <a:defRPr sz="127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6586C"/>
                </a:solidFill>
              </a:defRPr>
            </a:pPr>
            <a:r>
              <a:rPr sz="1275" b="0">
                <a:solidFill>
                  <a:srgbClr val="36586C"/>
                </a:solidFill>
              </a:rPr>
              <a:t>Each selected relationship gets its own profile and health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F5A0F-D927-44C4-9F02-F7489A8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81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7788"/>
                </a:solidFill>
              </a:defRPr>
            </a:defPPr>
            <a:lvl1pPr algn="l">
              <a:defRPr sz="1125" b="0">
                <a:solidFill>
                  <a:srgbClr val="5B7788"/>
                </a:solidFill>
              </a:defRPr>
            </a:lvl1pPr>
            <a:lvl2pPr algn="l">
              <a:defRPr sz="1125" b="0">
                <a:solidFill>
                  <a:srgbClr val="5B7788"/>
                </a:solidFill>
              </a:defRPr>
            </a:lvl2pPr>
            <a:lvl3pPr algn="l">
              <a:defRPr sz="1125" b="0">
                <a:solidFill>
                  <a:srgbClr val="5B7788"/>
                </a:solidFill>
              </a:defRPr>
            </a:lvl3pPr>
            <a:lvl4pPr algn="l">
              <a:defRPr sz="1125" b="0">
                <a:solidFill>
                  <a:srgbClr val="5B7788"/>
                </a:solidFill>
              </a:defRPr>
            </a:lvl4pPr>
            <a:lvl5pPr algn="l">
              <a:defRPr sz="1125" b="0">
                <a:solidFill>
                  <a:srgbClr val="5B7788"/>
                </a:solidFill>
              </a:defRPr>
            </a:lvl5pPr>
            <a:lvl6pPr algn="l">
              <a:defRPr sz="1125" b="0">
                <a:solidFill>
                  <a:srgbClr val="5B7788"/>
                </a:solidFill>
              </a:defRPr>
            </a:lvl6pPr>
            <a:lvl7pPr algn="l">
              <a:defRPr sz="1125" b="0">
                <a:solidFill>
                  <a:srgbClr val="5B7788"/>
                </a:solidFill>
              </a:defRPr>
            </a:lvl7pPr>
            <a:lvl8pPr algn="l">
              <a:defRPr sz="1125" b="0">
                <a:solidFill>
                  <a:srgbClr val="5B7788"/>
                </a:solidFill>
              </a:defRPr>
            </a:lvl8pPr>
            <a:lvl9pPr algn="l">
              <a:defRPr sz="1125" b="0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B7788"/>
                </a:solidFill>
              </a:defRPr>
            </a:pPr>
            <a:r>
              <a:rPr sz="1125" b="0">
                <a:solidFill>
                  <a:srgbClr val="5B7788"/>
                </a:solidFill>
              </a:rPr>
              <a:t>The requested experience removes extra relationship choices from the initial identity screen.</a:t>
            </a:r>
          </a:p>
        </p:txBody>
      </p:sp>
    </p:spTree>
    <p:extLst>
      <p:ext uri="{BB962C8B-B14F-4D97-AF65-F5344CB8AC3E}">
        <p14:creationId xmlns:p14="http://schemas.microsoft.com/office/powerpoint/2010/main" val="1533001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4D3B2-F051-49E0-ADB0-DBB1626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55D6C-6294-4ACF-8540-B1C6CC1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Health QR and navigation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026D7-C781-46D6-A1D2-EC7728E1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C13C6-09B0-40BD-A65B-7001CCBD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7B592-D9F1-4F8B-BF62-AA9F8E8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C1545-A98B-41ED-B805-AC5A7C8B7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9cd2d85ad4c03"/>
          <a:stretch xmlns:a="http://schemas.openxmlformats.org/drawingml/2006/main"/>
        </p:blipFill>
        <p:spPr>
          <a:xfrm xmlns:a="http://schemas.openxmlformats.org/drawingml/2006/main">
            <a:off x="874615" y="1381125"/>
            <a:ext cx="3660969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51F1F-1AC8-4F91-A404-60FDBB02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621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B54"/>
                </a:solidFill>
              </a:defRPr>
            </a:defPPr>
            <a:lvl1pPr algn="l">
              <a:defRPr sz="1950" b="1">
                <a:solidFill>
                  <a:srgbClr val="123B54"/>
                </a:solidFill>
              </a:defRPr>
            </a:lvl1pPr>
            <a:lvl2pPr algn="l">
              <a:defRPr sz="1950" b="1">
                <a:solidFill>
                  <a:srgbClr val="123B54"/>
                </a:solidFill>
              </a:defRPr>
            </a:lvl2pPr>
            <a:lvl3pPr algn="l">
              <a:defRPr sz="1950" b="1">
                <a:solidFill>
                  <a:srgbClr val="123B54"/>
                </a:solidFill>
              </a:defRPr>
            </a:lvl3pPr>
            <a:lvl4pPr algn="l">
              <a:defRPr sz="1950" b="1">
                <a:solidFill>
                  <a:srgbClr val="123B54"/>
                </a:solidFill>
              </a:defRPr>
            </a:lvl4pPr>
            <a:lvl5pPr algn="l">
              <a:defRPr sz="1950" b="1">
                <a:solidFill>
                  <a:srgbClr val="123B54"/>
                </a:solidFill>
              </a:defRPr>
            </a:lvl5pPr>
            <a:lvl6pPr algn="l">
              <a:defRPr sz="1950" b="1">
                <a:solidFill>
                  <a:srgbClr val="123B54"/>
                </a:solidFill>
              </a:defRPr>
            </a:lvl6pPr>
            <a:lvl7pPr algn="l">
              <a:defRPr sz="1950" b="1">
                <a:solidFill>
                  <a:srgbClr val="123B54"/>
                </a:solidFill>
              </a:defRPr>
            </a:lvl7pPr>
            <a:lvl8pPr algn="l">
              <a:defRPr sz="1950" b="1">
                <a:solidFill>
                  <a:srgbClr val="123B54"/>
                </a:solidFill>
              </a:defRPr>
            </a:lvl8pPr>
            <a:lvl9pPr algn="l">
              <a:defRPr sz="19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B54"/>
                </a:solidFill>
              </a:defRPr>
            </a:pPr>
            <a:r>
              <a:rPr sz="1950" b="1">
                <a:solidFill>
                  <a:srgbClr val="123B54"/>
                </a:solidFill>
              </a:rPr>
              <a:t>A patient-controlled profile identifier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854D2-CD35-4043-9A86-8F400A2F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QR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1D745-2CF9-45DA-982B-AE927AEE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669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Include a clear “Check your reports” action beside the profile QR.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9149C-CBBD-4B2E-B067-78117760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Top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0CC40-8780-40CE-9D7A-A3C3A72B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Remove the duplicate “Your reports” button because reports already have a sidebar entry.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2F50C-37F8-4630-B351-D2130E2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My Health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F8287-2235-411A-9674-581D14B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Open on click and stay open while the user selects an option.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8C352-C55C-4E03-AAF3-1798F566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14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Profile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9C6F6-ABE6-41D2-BCB7-62F18E4D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01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Keep My Profile and My Family; remove the duplicate My Health QR item.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BE3F6-98FC-47D2-8BDE-9D4A37BC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57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B7788"/>
                </a:solidFill>
              </a:defRPr>
            </a:defPPr>
            <a:lvl1pPr algn="l">
              <a:defRPr sz="1050" b="0">
                <a:solidFill>
                  <a:srgbClr val="5B7788"/>
                </a:solidFill>
              </a:defRPr>
            </a:lvl1pPr>
            <a:lvl2pPr algn="l">
              <a:defRPr sz="1050" b="0">
                <a:solidFill>
                  <a:srgbClr val="5B7788"/>
                </a:solidFill>
              </a:defRPr>
            </a:lvl2pPr>
            <a:lvl3pPr algn="l">
              <a:defRPr sz="1050" b="0">
                <a:solidFill>
                  <a:srgbClr val="5B7788"/>
                </a:solidFill>
              </a:defRPr>
            </a:lvl3pPr>
            <a:lvl4pPr algn="l">
              <a:defRPr sz="1050" b="0">
                <a:solidFill>
                  <a:srgbClr val="5B7788"/>
                </a:solidFill>
              </a:defRPr>
            </a:lvl4pPr>
            <a:lvl5pPr algn="l">
              <a:defRPr sz="1050" b="0">
                <a:solidFill>
                  <a:srgbClr val="5B7788"/>
                </a:solidFill>
              </a:defRPr>
            </a:lvl5pPr>
            <a:lvl6pPr algn="l">
              <a:defRPr sz="1050" b="0">
                <a:solidFill>
                  <a:srgbClr val="5B7788"/>
                </a:solidFill>
              </a:defRPr>
            </a:lvl6pPr>
            <a:lvl7pPr algn="l">
              <a:defRPr sz="1050" b="0">
                <a:solidFill>
                  <a:srgbClr val="5B7788"/>
                </a:solidFill>
              </a:defRPr>
            </a:lvl7pPr>
            <a:lvl8pPr algn="l">
              <a:defRPr sz="1050" b="0">
                <a:solidFill>
                  <a:srgbClr val="5B7788"/>
                </a:solidFill>
              </a:defRPr>
            </a:lvl8pPr>
            <a:lvl9pPr algn="l">
              <a:defRPr sz="1050" b="0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7788"/>
                </a:solidFill>
              </a:defRPr>
            </a:pPr>
            <a:r>
              <a:rPr sz="1050" b="0">
                <a:solidFill>
                  <a:srgbClr val="5B7788"/>
                </a:solidFill>
              </a:rPr>
              <a:t>The local QR identifies a Mr.Doc profile. Hospital report delivery needs authenticated hospital API or FHIR integration.</a:t>
            </a:r>
          </a:p>
        </p:txBody>
      </p:sp>
    </p:spTree>
    <p:extLst>
      <p:ext uri="{BB962C8B-B14F-4D97-AF65-F5344CB8AC3E}">
        <p14:creationId xmlns:p14="http://schemas.microsoft.com/office/powerpoint/2010/main" val="2014723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120-3680-405E-BEC3-3E4CF9E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B6CC3-5F99-46A2-A371-90583AF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Anatomy view and medicine reminders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E8106-AAC5-4259-8266-EF4C331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2165A-C43D-4EB2-8C2B-C86273F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542E5-4247-4D2E-A7FF-CBB90EE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FB4E4-181D-4BB3-8904-7B717A030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a5f2f0d61421e"/>
          <a:stretch xmlns:a="http://schemas.openxmlformats.org/drawingml/2006/main"/>
        </p:blipFill>
        <p:spPr>
          <a:xfrm xmlns:a="http://schemas.openxmlformats.org/drawingml/2006/main">
            <a:off x="612603" y="1485900"/>
            <a:ext cx="5261319" cy="43815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A8654-7EB5-4901-BC08-91F007546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638bce2274d92"/>
          <a:stretch xmlns:a="http://schemas.openxmlformats.org/drawingml/2006/main"/>
        </p:blipFill>
        <p:spPr>
          <a:xfrm xmlns:a="http://schemas.openxmlformats.org/drawingml/2006/main">
            <a:off x="6524625" y="1725613"/>
            <a:ext cx="4953000" cy="2016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60B8D-80C1-42EB-A702-23E69A6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B54"/>
                </a:solidFill>
              </a:defRPr>
            </a:defPPr>
            <a:lvl1pPr algn="l">
              <a:defRPr sz="1875" b="1">
                <a:solidFill>
                  <a:srgbClr val="123B54"/>
                </a:solidFill>
              </a:defRPr>
            </a:lvl1pPr>
            <a:lvl2pPr algn="l">
              <a:defRPr sz="1875" b="1">
                <a:solidFill>
                  <a:srgbClr val="123B54"/>
                </a:solidFill>
              </a:defRPr>
            </a:lvl2pPr>
            <a:lvl3pPr algn="l">
              <a:defRPr sz="1875" b="1">
                <a:solidFill>
                  <a:srgbClr val="123B54"/>
                </a:solidFill>
              </a:defRPr>
            </a:lvl3pPr>
            <a:lvl4pPr algn="l">
              <a:defRPr sz="1875" b="1">
                <a:solidFill>
                  <a:srgbClr val="123B54"/>
                </a:solidFill>
              </a:defRPr>
            </a:lvl4pPr>
            <a:lvl5pPr algn="l">
              <a:defRPr sz="1875" b="1">
                <a:solidFill>
                  <a:srgbClr val="123B54"/>
                </a:solidFill>
              </a:defRPr>
            </a:lvl5pPr>
            <a:lvl6pPr algn="l">
              <a:defRPr sz="1875" b="1">
                <a:solidFill>
                  <a:srgbClr val="123B54"/>
                </a:solidFill>
              </a:defRPr>
            </a:lvl6pPr>
            <a:lvl7pPr algn="l">
              <a:defRPr sz="1875" b="1">
                <a:solidFill>
                  <a:srgbClr val="123B54"/>
                </a:solidFill>
              </a:defRPr>
            </a:lvl7pPr>
            <a:lvl8pPr algn="l">
              <a:defRPr sz="1875" b="1">
                <a:solidFill>
                  <a:srgbClr val="123B54"/>
                </a:solidFill>
              </a:defRPr>
            </a:lvl8pPr>
            <a:lvl9pPr algn="l">
              <a:defRPr sz="1875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B54"/>
                </a:solidFill>
              </a:defRPr>
            </a:pPr>
            <a:r>
              <a:rPr sz="1875" b="1">
                <a:solidFill>
                  <a:srgbClr val="123B54"/>
                </a:solidFill>
              </a:rPr>
              <a:t>Requested refinements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06A87-300F-4F28-835C-C218D9A2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529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</a:defRPr>
            </a:defPPr>
            <a:lvl1pPr algn="l">
              <a:defRPr sz="1350" b="1">
                <a:solidFill>
                  <a:srgbClr val="183E54"/>
                </a:solidFill>
              </a:defRPr>
            </a:lvl1pPr>
            <a:lvl2pPr algn="l">
              <a:defRPr sz="1350" b="1">
                <a:solidFill>
                  <a:srgbClr val="183E54"/>
                </a:solidFill>
              </a:defRPr>
            </a:lvl2pPr>
            <a:lvl3pPr algn="l">
              <a:defRPr sz="1350" b="1">
                <a:solidFill>
                  <a:srgbClr val="183E54"/>
                </a:solidFill>
              </a:defRPr>
            </a:lvl3pPr>
            <a:lvl4pPr algn="l">
              <a:defRPr sz="1350" b="1">
                <a:solidFill>
                  <a:srgbClr val="183E54"/>
                </a:solidFill>
              </a:defRPr>
            </a:lvl4pPr>
            <a:lvl5pPr algn="l">
              <a:defRPr sz="1350" b="1">
                <a:solidFill>
                  <a:srgbClr val="183E54"/>
                </a:solidFill>
              </a:defRPr>
            </a:lvl5pPr>
            <a:lvl6pPr algn="l">
              <a:defRPr sz="1350" b="1">
                <a:solidFill>
                  <a:srgbClr val="183E54"/>
                </a:solidFill>
              </a:defRPr>
            </a:lvl6pPr>
            <a:lvl7pPr algn="l">
              <a:defRPr sz="1350" b="1">
                <a:solidFill>
                  <a:srgbClr val="183E54"/>
                </a:solidFill>
              </a:defRPr>
            </a:lvl7pPr>
            <a:lvl8pPr algn="l">
              <a:defRPr sz="1350" b="1">
                <a:solidFill>
                  <a:srgbClr val="183E54"/>
                </a:solidFill>
              </a:defRPr>
            </a:lvl8pPr>
            <a:lvl9pPr algn="l">
              <a:defRPr sz="135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</a:defRPr>
            </a:pPr>
            <a:r>
              <a:rPr sz="1350" b="1">
                <a:solidFill>
                  <a:srgbClr val="183E54"/>
                </a:solidFill>
              </a:rPr>
              <a:t>Keep rotation in 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48CC3-EFCF-444D-96CF-2368DB6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482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Rotate the model around its own center; keep labels anchored to their correct body parts.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75DE-A936-416F-8773-76115E01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816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</a:defRPr>
            </a:defPPr>
            <a:lvl1pPr algn="l">
              <a:defRPr sz="1350" b="1">
                <a:solidFill>
                  <a:srgbClr val="183E54"/>
                </a:solidFill>
              </a:defRPr>
            </a:lvl1pPr>
            <a:lvl2pPr algn="l">
              <a:defRPr sz="1350" b="1">
                <a:solidFill>
                  <a:srgbClr val="183E54"/>
                </a:solidFill>
              </a:defRPr>
            </a:lvl2pPr>
            <a:lvl3pPr algn="l">
              <a:defRPr sz="1350" b="1">
                <a:solidFill>
                  <a:srgbClr val="183E54"/>
                </a:solidFill>
              </a:defRPr>
            </a:lvl3pPr>
            <a:lvl4pPr algn="l">
              <a:defRPr sz="1350" b="1">
                <a:solidFill>
                  <a:srgbClr val="183E54"/>
                </a:solidFill>
              </a:defRPr>
            </a:lvl4pPr>
            <a:lvl5pPr algn="l">
              <a:defRPr sz="1350" b="1">
                <a:solidFill>
                  <a:srgbClr val="183E54"/>
                </a:solidFill>
              </a:defRPr>
            </a:lvl5pPr>
            <a:lvl6pPr algn="l">
              <a:defRPr sz="1350" b="1">
                <a:solidFill>
                  <a:srgbClr val="183E54"/>
                </a:solidFill>
              </a:defRPr>
            </a:lvl6pPr>
            <a:lvl7pPr algn="l">
              <a:defRPr sz="1350" b="1">
                <a:solidFill>
                  <a:srgbClr val="183E54"/>
                </a:solidFill>
              </a:defRPr>
            </a:lvl7pPr>
            <a:lvl8pPr algn="l">
              <a:defRPr sz="1350" b="1">
                <a:solidFill>
                  <a:srgbClr val="183E54"/>
                </a:solidFill>
              </a:defRPr>
            </a:lvl8pPr>
            <a:lvl9pPr algn="l">
              <a:defRPr sz="135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</a:defRPr>
            </a:pPr>
            <a:r>
              <a:rPr sz="1350" b="1">
                <a:solidFill>
                  <a:srgbClr val="183E54"/>
                </a:solidFill>
              </a:rPr>
              <a:t>Reduce reminder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B72DF-0CDF-4D64-B3E0-7DDB028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7687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Make “Add reminder” compact but easy to find.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6B09C-B4E6-4987-8E18-D507FE2C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102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</a:defRPr>
            </a:defPPr>
            <a:lvl1pPr algn="l">
              <a:defRPr sz="1350" b="1">
                <a:solidFill>
                  <a:srgbClr val="183E54"/>
                </a:solidFill>
              </a:defRPr>
            </a:lvl1pPr>
            <a:lvl2pPr algn="l">
              <a:defRPr sz="1350" b="1">
                <a:solidFill>
                  <a:srgbClr val="183E54"/>
                </a:solidFill>
              </a:defRPr>
            </a:lvl2pPr>
            <a:lvl3pPr algn="l">
              <a:defRPr sz="1350" b="1">
                <a:solidFill>
                  <a:srgbClr val="183E54"/>
                </a:solidFill>
              </a:defRPr>
            </a:lvl3pPr>
            <a:lvl4pPr algn="l">
              <a:defRPr sz="1350" b="1">
                <a:solidFill>
                  <a:srgbClr val="183E54"/>
                </a:solidFill>
              </a:defRPr>
            </a:lvl4pPr>
            <a:lvl5pPr algn="l">
              <a:defRPr sz="1350" b="1">
                <a:solidFill>
                  <a:srgbClr val="183E54"/>
                </a:solidFill>
              </a:defRPr>
            </a:lvl5pPr>
            <a:lvl6pPr algn="l">
              <a:defRPr sz="1350" b="1">
                <a:solidFill>
                  <a:srgbClr val="183E54"/>
                </a:solidFill>
              </a:defRPr>
            </a:lvl6pPr>
            <a:lvl7pPr algn="l">
              <a:defRPr sz="1350" b="1">
                <a:solidFill>
                  <a:srgbClr val="183E54"/>
                </a:solidFill>
              </a:defRPr>
            </a:lvl7pPr>
            <a:lvl8pPr algn="l">
              <a:defRPr sz="1350" b="1">
                <a:solidFill>
                  <a:srgbClr val="183E54"/>
                </a:solidFill>
              </a:defRPr>
            </a:lvl8pPr>
            <a:lvl9pPr algn="l">
              <a:defRPr sz="135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</a:defRPr>
            </a:pPr>
            <a:r>
              <a:rPr sz="1350" b="1">
                <a:solidFill>
                  <a:srgbClr val="183E54"/>
                </a:solidFill>
              </a:rPr>
              <a:t>Do not infer dosing times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8F841-2846-4A7A-8895-E5D34FF2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1055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</a:defRPr>
            </a:defPPr>
            <a:lvl1pPr algn="l">
              <a:defRPr sz="1125" b="0">
                <a:solidFill>
                  <a:srgbClr val="36586C"/>
                </a:solidFill>
              </a:defRPr>
            </a:lvl1pPr>
            <a:lvl2pPr algn="l">
              <a:defRPr sz="1125" b="0">
                <a:solidFill>
                  <a:srgbClr val="36586C"/>
                </a:solidFill>
              </a:defRPr>
            </a:lvl2pPr>
            <a:lvl3pPr algn="l">
              <a:defRPr sz="1125" b="0">
                <a:solidFill>
                  <a:srgbClr val="36586C"/>
                </a:solidFill>
              </a:defRPr>
            </a:lvl3pPr>
            <a:lvl4pPr algn="l">
              <a:defRPr sz="1125" b="0">
                <a:solidFill>
                  <a:srgbClr val="36586C"/>
                </a:solidFill>
              </a:defRPr>
            </a:lvl4pPr>
            <a:lvl5pPr algn="l">
              <a:defRPr sz="1125" b="0">
                <a:solidFill>
                  <a:srgbClr val="36586C"/>
                </a:solidFill>
              </a:defRPr>
            </a:lvl5pPr>
            <a:lvl6pPr algn="l">
              <a:defRPr sz="1125" b="0">
                <a:solidFill>
                  <a:srgbClr val="36586C"/>
                </a:solidFill>
              </a:defRPr>
            </a:lvl6pPr>
            <a:lvl7pPr algn="l">
              <a:defRPr sz="1125" b="0">
                <a:solidFill>
                  <a:srgbClr val="36586C"/>
                </a:solidFill>
              </a:defRPr>
            </a:lvl7pPr>
            <a:lvl8pPr algn="l">
              <a:defRPr sz="1125" b="0">
                <a:solidFill>
                  <a:srgbClr val="36586C"/>
                </a:solidFill>
              </a:defRPr>
            </a:lvl8pPr>
            <a:lvl9pPr algn="l">
              <a:defRPr sz="1125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</a:defRPr>
            </a:pPr>
            <a:r>
              <a:rPr sz="1125" b="0">
                <a:solidFill>
                  <a:srgbClr val="36586C"/>
                </a:solidFill>
              </a:rPr>
              <a:t>If the prescription gives no clock time, ask the user to check clinician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724578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A63FC-0122-488A-8906-1C875C9D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ED45F-0C2A-46DD-A306-EF9F44B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Personal guidance and patient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D240C-99D8-45F1-AAD3-241892BB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B9DF7-E76A-4CA8-953D-63AFCDC5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C5FE-CEC5-40A1-875E-D8393C3E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FAE5-069D-4850-8BF1-AD2A63E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3B54"/>
                </a:solidFill>
              </a:defRPr>
            </a:defPPr>
            <a:lvl1pPr algn="l">
              <a:defRPr sz="2025" b="1">
                <a:solidFill>
                  <a:srgbClr val="123B54"/>
                </a:solidFill>
              </a:defRPr>
            </a:lvl1pPr>
            <a:lvl2pPr algn="l">
              <a:defRPr sz="2025" b="1">
                <a:solidFill>
                  <a:srgbClr val="123B54"/>
                </a:solidFill>
              </a:defRPr>
            </a:lvl2pPr>
            <a:lvl3pPr algn="l">
              <a:defRPr sz="2025" b="1">
                <a:solidFill>
                  <a:srgbClr val="123B54"/>
                </a:solidFill>
              </a:defRPr>
            </a:lvl3pPr>
            <a:lvl4pPr algn="l">
              <a:defRPr sz="2025" b="1">
                <a:solidFill>
                  <a:srgbClr val="123B54"/>
                </a:solidFill>
              </a:defRPr>
            </a:lvl4pPr>
            <a:lvl5pPr algn="l">
              <a:defRPr sz="2025" b="1">
                <a:solidFill>
                  <a:srgbClr val="123B54"/>
                </a:solidFill>
              </a:defRPr>
            </a:lvl5pPr>
            <a:lvl6pPr algn="l">
              <a:defRPr sz="2025" b="1">
                <a:solidFill>
                  <a:srgbClr val="123B54"/>
                </a:solidFill>
              </a:defRPr>
            </a:lvl6pPr>
            <a:lvl7pPr algn="l">
              <a:defRPr sz="2025" b="1">
                <a:solidFill>
                  <a:srgbClr val="123B54"/>
                </a:solidFill>
              </a:defRPr>
            </a:lvl7pPr>
            <a:lvl8pPr algn="l">
              <a:defRPr sz="2025" b="1">
                <a:solidFill>
                  <a:srgbClr val="123B54"/>
                </a:solidFill>
              </a:defRPr>
            </a:lvl8pPr>
            <a:lvl9pPr algn="l">
              <a:defRPr sz="2025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B54"/>
                </a:solidFill>
              </a:defRPr>
            </a:pPr>
            <a:r>
              <a:rPr sz="2025" b="1">
                <a:solidFill>
                  <a:srgbClr val="123B54"/>
                </a:solidFill>
              </a:rPr>
              <a:t>Support built around the person’s saved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4AD33-6883-42C1-8E1E-6D231EAF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Wellness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FA007-4838-4EB3-A1DA-8BECD04B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Diet, sleep, habits and general wellbeing can use saved age and records as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7CBC1-D365-45A5-96CA-9719080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Doctor discussion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0E9DA-C107-4ECC-93ED-3F5EE8F5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Summarize relevant history and prepare questions for the clinician.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F9C00-D966-444B-B58B-4A4387A5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English, Hindi, Telugu and Tamil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940C6-3A40-412E-BA6D-33E7397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Telugu voice input and spoken answers follow the selected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C32C4-3DED-49BE-A96B-DB239C97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Record gaps stay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2C45D-232F-41E6-BCA1-C175D5A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Missing medicine names, dosage, timing or clinical details are left unclear, never guessed.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F485D-DC09-446F-BA55-F8E0FC70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</a:defRPr>
            </a:defPPr>
            <a:lvl1pPr algn="l">
              <a:defRPr sz="1500" b="1">
                <a:solidFill>
                  <a:srgbClr val="183E54"/>
                </a:solidFill>
              </a:defRPr>
            </a:lvl1pPr>
            <a:lvl2pPr algn="l">
              <a:defRPr sz="1500" b="1">
                <a:solidFill>
                  <a:srgbClr val="183E54"/>
                </a:solidFill>
              </a:defRPr>
            </a:lvl2pPr>
            <a:lvl3pPr algn="l">
              <a:defRPr sz="1500" b="1">
                <a:solidFill>
                  <a:srgbClr val="183E54"/>
                </a:solidFill>
              </a:defRPr>
            </a:lvl3pPr>
            <a:lvl4pPr algn="l">
              <a:defRPr sz="1500" b="1">
                <a:solidFill>
                  <a:srgbClr val="183E54"/>
                </a:solidFill>
              </a:defRPr>
            </a:lvl4pPr>
            <a:lvl5pPr algn="l">
              <a:defRPr sz="1500" b="1">
                <a:solidFill>
                  <a:srgbClr val="183E54"/>
                </a:solidFill>
              </a:defRPr>
            </a:lvl5pPr>
            <a:lvl6pPr algn="l">
              <a:defRPr sz="1500" b="1">
                <a:solidFill>
                  <a:srgbClr val="183E54"/>
                </a:solidFill>
              </a:defRPr>
            </a:lvl6pPr>
            <a:lvl7pPr algn="l">
              <a:defRPr sz="1500" b="1">
                <a:solidFill>
                  <a:srgbClr val="183E54"/>
                </a:solidFill>
              </a:defRPr>
            </a:lvl7pPr>
            <a:lvl8pPr algn="l">
              <a:defRPr sz="1500" b="1">
                <a:solidFill>
                  <a:srgbClr val="183E54"/>
                </a:solidFill>
              </a:defRPr>
            </a:lvl8pPr>
            <a:lvl9pPr algn="l">
              <a:defRPr sz="150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</a:defRPr>
            </a:pPr>
            <a:r>
              <a:rPr sz="1500" b="1">
                <a:solidFill>
                  <a:srgbClr val="183E54"/>
                </a:solidFill>
              </a:rPr>
              <a:t>Mr.Doc does not diagnose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51703-9551-4F7F-95D2-E62FCB6A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It helps explain records and organize care conversations.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ABF49-260F-4C29-8F08-5FF0B2B3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84A6"/>
                </a:solidFill>
              </a:defRPr>
            </a:defPPr>
            <a:lvl1pPr algn="l">
              <a:defRPr sz="1575" b="1">
                <a:solidFill>
                  <a:srgbClr val="1684A6"/>
                </a:solidFill>
              </a:defRPr>
            </a:lvl1pPr>
            <a:lvl2pPr algn="l">
              <a:defRPr sz="1575" b="1">
                <a:solidFill>
                  <a:srgbClr val="1684A6"/>
                </a:solidFill>
              </a:defRPr>
            </a:lvl2pPr>
            <a:lvl3pPr algn="l">
              <a:defRPr sz="1575" b="1">
                <a:solidFill>
                  <a:srgbClr val="1684A6"/>
                </a:solidFill>
              </a:defRPr>
            </a:lvl3pPr>
            <a:lvl4pPr algn="l">
              <a:defRPr sz="1575" b="1">
                <a:solidFill>
                  <a:srgbClr val="1684A6"/>
                </a:solidFill>
              </a:defRPr>
            </a:lvl4pPr>
            <a:lvl5pPr algn="l">
              <a:defRPr sz="1575" b="1">
                <a:solidFill>
                  <a:srgbClr val="1684A6"/>
                </a:solidFill>
              </a:defRPr>
            </a:lvl5pPr>
            <a:lvl6pPr algn="l">
              <a:defRPr sz="1575" b="1">
                <a:solidFill>
                  <a:srgbClr val="1684A6"/>
                </a:solidFill>
              </a:defRPr>
            </a:lvl6pPr>
            <a:lvl7pPr algn="l">
              <a:defRPr sz="1575" b="1">
                <a:solidFill>
                  <a:srgbClr val="1684A6"/>
                </a:solidFill>
              </a:defRPr>
            </a:lvl7pPr>
            <a:lvl8pPr algn="l">
              <a:defRPr sz="1575" b="1">
                <a:solidFill>
                  <a:srgbClr val="1684A6"/>
                </a:solidFill>
              </a:defRPr>
            </a:lvl8pPr>
            <a:lvl9pPr algn="l">
              <a:defRPr sz="15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84A6"/>
                </a:solidFill>
              </a:defRPr>
            </a:pPr>
            <a:r>
              <a:rPr sz="1575" b="1">
                <a:solidFill>
                  <a:srgbClr val="1684A6"/>
                </a:solidFill>
              </a:rPr>
              <a:t>Tutorial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3AFC2-12F4-4DE3-A16F-E82E21D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57875"/>
            <a:ext cx="414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Refresh the walkthrough so it matches the current navigation, appointment popup and family setup.</a:t>
            </a:r>
          </a:p>
        </p:txBody>
      </p:sp>
    </p:spTree>
    <p:extLst>
      <p:ext uri="{BB962C8B-B14F-4D97-AF65-F5344CB8AC3E}">
        <p14:creationId xmlns:p14="http://schemas.microsoft.com/office/powerpoint/2010/main" val="955450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CEB78-7B65-4041-95A4-E2BE638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</a:defRPr>
            </a:defPPr>
            <a:lvl1pPr algn="l">
              <a:defRPr sz="975" b="1">
                <a:solidFill>
                  <a:srgbClr val="1684A6"/>
                </a:solidFill>
              </a:defRPr>
            </a:lvl1pPr>
            <a:lvl2pPr algn="l">
              <a:defRPr sz="975" b="1">
                <a:solidFill>
                  <a:srgbClr val="1684A6"/>
                </a:solidFill>
              </a:defRPr>
            </a:lvl2pPr>
            <a:lvl3pPr algn="l">
              <a:defRPr sz="975" b="1">
                <a:solidFill>
                  <a:srgbClr val="1684A6"/>
                </a:solidFill>
              </a:defRPr>
            </a:lvl3pPr>
            <a:lvl4pPr algn="l">
              <a:defRPr sz="975" b="1">
                <a:solidFill>
                  <a:srgbClr val="1684A6"/>
                </a:solidFill>
              </a:defRPr>
            </a:lvl4pPr>
            <a:lvl5pPr algn="l">
              <a:defRPr sz="975" b="1">
                <a:solidFill>
                  <a:srgbClr val="1684A6"/>
                </a:solidFill>
              </a:defRPr>
            </a:lvl5pPr>
            <a:lvl6pPr algn="l">
              <a:defRPr sz="975" b="1">
                <a:solidFill>
                  <a:srgbClr val="1684A6"/>
                </a:solidFill>
              </a:defRPr>
            </a:lvl6pPr>
            <a:lvl7pPr algn="l">
              <a:defRPr sz="975" b="1">
                <a:solidFill>
                  <a:srgbClr val="1684A6"/>
                </a:solidFill>
              </a:defRPr>
            </a:lvl7pPr>
            <a:lvl8pPr algn="l">
              <a:defRPr sz="975" b="1">
                <a:solidFill>
                  <a:srgbClr val="1684A6"/>
                </a:solidFill>
              </a:defRPr>
            </a:lvl8pPr>
            <a:lvl9pPr algn="l">
              <a:defRPr sz="975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</a:defRPr>
            </a:pPr>
            <a:r>
              <a:rPr sz="975" b="1">
                <a:solidFill>
                  <a:srgbClr val="1684A6"/>
                </a:solidFill>
              </a:rPr>
              <a:t>CONNECTIONS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6EC28-8541-44DC-AC6B-665B19C6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</a:defRPr>
            </a:defPPr>
            <a:lvl1pPr algn="l">
              <a:defRPr sz="2850" b="1">
                <a:solidFill>
                  <a:srgbClr val="123B54"/>
                </a:solidFill>
              </a:defRPr>
            </a:lvl1pPr>
            <a:lvl2pPr algn="l">
              <a:defRPr sz="2850" b="1">
                <a:solidFill>
                  <a:srgbClr val="123B54"/>
                </a:solidFill>
              </a:defRPr>
            </a:lvl2pPr>
            <a:lvl3pPr algn="l">
              <a:defRPr sz="2850" b="1">
                <a:solidFill>
                  <a:srgbClr val="123B54"/>
                </a:solidFill>
              </a:defRPr>
            </a:lvl3pPr>
            <a:lvl4pPr algn="l">
              <a:defRPr sz="2850" b="1">
                <a:solidFill>
                  <a:srgbClr val="123B54"/>
                </a:solidFill>
              </a:defRPr>
            </a:lvl4pPr>
            <a:lvl5pPr algn="l">
              <a:defRPr sz="2850" b="1">
                <a:solidFill>
                  <a:srgbClr val="123B54"/>
                </a:solidFill>
              </a:defRPr>
            </a:lvl5pPr>
            <a:lvl6pPr algn="l">
              <a:defRPr sz="2850" b="1">
                <a:solidFill>
                  <a:srgbClr val="123B54"/>
                </a:solidFill>
              </a:defRPr>
            </a:lvl6pPr>
            <a:lvl7pPr algn="l">
              <a:defRPr sz="2850" b="1">
                <a:solidFill>
                  <a:srgbClr val="123B54"/>
                </a:solidFill>
              </a:defRPr>
            </a:lvl7pPr>
            <a:lvl8pPr algn="l">
              <a:defRPr sz="2850" b="1">
                <a:solidFill>
                  <a:srgbClr val="123B54"/>
                </a:solidFill>
              </a:defRPr>
            </a:lvl8pPr>
            <a:lvl9pPr algn="l">
              <a:defRPr sz="28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</a:defRPr>
            </a:pPr>
            <a:r>
              <a:rPr sz="2850" b="1">
                <a:solidFill>
                  <a:srgbClr val="123B54"/>
                </a:solidFill>
              </a:rPr>
              <a:t>Integration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D6D0-B5D0-475F-8ACD-7976F4BC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50684-1888-475F-99D5-67F60CA0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</a:defRPr>
            </a:defPPr>
            <a:lvl1pPr algn="l">
              <a:defRPr sz="825" b="1">
                <a:solidFill>
                  <a:srgbClr val="5B7788"/>
                </a:solidFill>
              </a:defRPr>
            </a:lvl1pPr>
            <a:lvl2pPr algn="l">
              <a:defRPr sz="825" b="1">
                <a:solidFill>
                  <a:srgbClr val="5B7788"/>
                </a:solidFill>
              </a:defRPr>
            </a:lvl2pPr>
            <a:lvl3pPr algn="l">
              <a:defRPr sz="825" b="1">
                <a:solidFill>
                  <a:srgbClr val="5B7788"/>
                </a:solidFill>
              </a:defRPr>
            </a:lvl3pPr>
            <a:lvl4pPr algn="l">
              <a:defRPr sz="825" b="1">
                <a:solidFill>
                  <a:srgbClr val="5B7788"/>
                </a:solidFill>
              </a:defRPr>
            </a:lvl4pPr>
            <a:lvl5pPr algn="l">
              <a:defRPr sz="825" b="1">
                <a:solidFill>
                  <a:srgbClr val="5B7788"/>
                </a:solidFill>
              </a:defRPr>
            </a:lvl5pPr>
            <a:lvl6pPr algn="l">
              <a:defRPr sz="825" b="1">
                <a:solidFill>
                  <a:srgbClr val="5B7788"/>
                </a:solidFill>
              </a:defRPr>
            </a:lvl6pPr>
            <a:lvl7pPr algn="l">
              <a:defRPr sz="825" b="1">
                <a:solidFill>
                  <a:srgbClr val="5B7788"/>
                </a:solidFill>
              </a:defRPr>
            </a:lvl7pPr>
            <a:lvl8pPr algn="l">
              <a:defRPr sz="825" b="1">
                <a:solidFill>
                  <a:srgbClr val="5B7788"/>
                </a:solidFill>
              </a:defRPr>
            </a:lvl8pPr>
            <a:lvl9pPr algn="l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83FF5-7905-40DB-9DFB-3665B62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</a:defRPr>
            </a:defPPr>
            <a:lvl1pPr algn="r">
              <a:defRPr sz="825" b="1">
                <a:solidFill>
                  <a:srgbClr val="5B7788"/>
                </a:solidFill>
              </a:defRPr>
            </a:lvl1pPr>
            <a:lvl2pPr algn="r">
              <a:defRPr sz="825" b="1">
                <a:solidFill>
                  <a:srgbClr val="5B7788"/>
                </a:solidFill>
              </a:defRPr>
            </a:lvl2pPr>
            <a:lvl3pPr algn="r">
              <a:defRPr sz="825" b="1">
                <a:solidFill>
                  <a:srgbClr val="5B7788"/>
                </a:solidFill>
              </a:defRPr>
            </a:lvl3pPr>
            <a:lvl4pPr algn="r">
              <a:defRPr sz="825" b="1">
                <a:solidFill>
                  <a:srgbClr val="5B7788"/>
                </a:solidFill>
              </a:defRPr>
            </a:lvl4pPr>
            <a:lvl5pPr algn="r">
              <a:defRPr sz="825" b="1">
                <a:solidFill>
                  <a:srgbClr val="5B7788"/>
                </a:solidFill>
              </a:defRPr>
            </a:lvl5pPr>
            <a:lvl6pPr algn="r">
              <a:defRPr sz="825" b="1">
                <a:solidFill>
                  <a:srgbClr val="5B7788"/>
                </a:solidFill>
              </a:defRPr>
            </a:lvl6pPr>
            <a:lvl7pPr algn="r">
              <a:defRPr sz="825" b="1">
                <a:solidFill>
                  <a:srgbClr val="5B7788"/>
                </a:solidFill>
              </a:defRPr>
            </a:lvl7pPr>
            <a:lvl8pPr algn="r">
              <a:defRPr sz="825" b="1">
                <a:solidFill>
                  <a:srgbClr val="5B7788"/>
                </a:solidFill>
              </a:defRPr>
            </a:lvl8pPr>
            <a:lvl9pPr algn="r">
              <a:defRPr sz="825" b="1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</a:defRPr>
            </a:pPr>
            <a:r>
              <a:rPr sz="825" b="1">
                <a:solidFill>
                  <a:srgbClr val="5B778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FA8EB-C424-4957-B929-C6AC95B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B54"/>
                </a:solidFill>
              </a:defRPr>
            </a:defPPr>
            <a:lvl1pPr algn="l">
              <a:defRPr sz="1950" b="1">
                <a:solidFill>
                  <a:srgbClr val="123B54"/>
                </a:solidFill>
              </a:defRPr>
            </a:lvl1pPr>
            <a:lvl2pPr algn="l">
              <a:defRPr sz="1950" b="1">
                <a:solidFill>
                  <a:srgbClr val="123B54"/>
                </a:solidFill>
              </a:defRPr>
            </a:lvl2pPr>
            <a:lvl3pPr algn="l">
              <a:defRPr sz="1950" b="1">
                <a:solidFill>
                  <a:srgbClr val="123B54"/>
                </a:solidFill>
              </a:defRPr>
            </a:lvl3pPr>
            <a:lvl4pPr algn="l">
              <a:defRPr sz="1950" b="1">
                <a:solidFill>
                  <a:srgbClr val="123B54"/>
                </a:solidFill>
              </a:defRPr>
            </a:lvl4pPr>
            <a:lvl5pPr algn="l">
              <a:defRPr sz="1950" b="1">
                <a:solidFill>
                  <a:srgbClr val="123B54"/>
                </a:solidFill>
              </a:defRPr>
            </a:lvl5pPr>
            <a:lvl6pPr algn="l">
              <a:defRPr sz="1950" b="1">
                <a:solidFill>
                  <a:srgbClr val="123B54"/>
                </a:solidFill>
              </a:defRPr>
            </a:lvl6pPr>
            <a:lvl7pPr algn="l">
              <a:defRPr sz="1950" b="1">
                <a:solidFill>
                  <a:srgbClr val="123B54"/>
                </a:solidFill>
              </a:defRPr>
            </a:lvl7pPr>
            <a:lvl8pPr algn="l">
              <a:defRPr sz="1950" b="1">
                <a:solidFill>
                  <a:srgbClr val="123B54"/>
                </a:solidFill>
              </a:defRPr>
            </a:lvl8pPr>
            <a:lvl9pPr algn="l">
              <a:defRPr sz="19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B54"/>
                </a:solidFill>
              </a:defRPr>
            </a:pPr>
            <a:r>
              <a:rPr sz="1950" b="1">
                <a:solidFill>
                  <a:srgbClr val="123B54"/>
                </a:solidFill>
              </a:rPr>
              <a:t>Available within the current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CDD48-9574-4F34-8F2C-39108C5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Local profile 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68D04-4250-476C-9059-4D70305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Generated offline and used to identify a local Mr.Doc profile.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A59EE-3E71-4131-BA59-203B81D3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Browser notifications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5FC9F-0E6E-4B57-A59E-91B1C302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Appointment and report reminders depend on browser permission and app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F49DB-3B94-4291-B388-9A378C1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Health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AEFF-6860-44E3-8CA3-73DF358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Saved in browser localStorage and represented with FHIR-style JSON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EB732-8FC4-4E48-8F68-8FB83345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37DF5-CE2A-4B43-872F-5791FDF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57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B54"/>
                </a:solidFill>
              </a:defRPr>
            </a:defPPr>
            <a:lvl1pPr algn="l">
              <a:defRPr sz="1950" b="1">
                <a:solidFill>
                  <a:srgbClr val="123B54"/>
                </a:solidFill>
              </a:defRPr>
            </a:lvl1pPr>
            <a:lvl2pPr algn="l">
              <a:defRPr sz="1950" b="1">
                <a:solidFill>
                  <a:srgbClr val="123B54"/>
                </a:solidFill>
              </a:defRPr>
            </a:lvl2pPr>
            <a:lvl3pPr algn="l">
              <a:defRPr sz="1950" b="1">
                <a:solidFill>
                  <a:srgbClr val="123B54"/>
                </a:solidFill>
              </a:defRPr>
            </a:lvl3pPr>
            <a:lvl4pPr algn="l">
              <a:defRPr sz="1950" b="1">
                <a:solidFill>
                  <a:srgbClr val="123B54"/>
                </a:solidFill>
              </a:defRPr>
            </a:lvl4pPr>
            <a:lvl5pPr algn="l">
              <a:defRPr sz="1950" b="1">
                <a:solidFill>
                  <a:srgbClr val="123B54"/>
                </a:solidFill>
              </a:defRPr>
            </a:lvl5pPr>
            <a:lvl6pPr algn="l">
              <a:defRPr sz="1950" b="1">
                <a:solidFill>
                  <a:srgbClr val="123B54"/>
                </a:solidFill>
              </a:defRPr>
            </a:lvl6pPr>
            <a:lvl7pPr algn="l">
              <a:defRPr sz="1950" b="1">
                <a:solidFill>
                  <a:srgbClr val="123B54"/>
                </a:solidFill>
              </a:defRPr>
            </a:lvl7pPr>
            <a:lvl8pPr algn="l">
              <a:defRPr sz="1950" b="1">
                <a:solidFill>
                  <a:srgbClr val="123B54"/>
                </a:solidFill>
              </a:defRPr>
            </a:lvl8pPr>
            <a:lvl9pPr algn="l">
              <a:defRPr sz="1950" b="1">
                <a:solidFill>
                  <a:srgbClr val="123B54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B54"/>
                </a:solidFill>
              </a:defRPr>
            </a:pPr>
            <a:r>
              <a:rPr sz="1950" b="1">
                <a:solidFill>
                  <a:srgbClr val="123B54"/>
                </a:solidFill>
              </a:rPr>
              <a:t>Requires provider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5C21C-3791-43E2-A87E-5F3B6F04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Hospital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DBD9F-2243-4ADB-B349-4F3F9161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Authenticated hospital API or FHIR connection.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B02E5-FA92-4706-B59C-2B60A08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Smartwatch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64097-A282-4437-9676-7D098B3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Apple Health, Android Health Connect, Fitbit or another provider API.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55D8B-F448-47AD-A98D-4A63F6B9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</a:defRPr>
            </a:defPPr>
            <a:lvl1pPr algn="l">
              <a:defRPr sz="1425" b="1">
                <a:solidFill>
                  <a:srgbClr val="183E54"/>
                </a:solidFill>
              </a:defRPr>
            </a:lvl1pPr>
            <a:lvl2pPr algn="l">
              <a:defRPr sz="1425" b="1">
                <a:solidFill>
                  <a:srgbClr val="183E54"/>
                </a:solidFill>
              </a:defRPr>
            </a:lvl2pPr>
            <a:lvl3pPr algn="l">
              <a:defRPr sz="1425" b="1">
                <a:solidFill>
                  <a:srgbClr val="183E54"/>
                </a:solidFill>
              </a:defRPr>
            </a:lvl3pPr>
            <a:lvl4pPr algn="l">
              <a:defRPr sz="1425" b="1">
                <a:solidFill>
                  <a:srgbClr val="183E54"/>
                </a:solidFill>
              </a:defRPr>
            </a:lvl4pPr>
            <a:lvl5pPr algn="l">
              <a:defRPr sz="1425" b="1">
                <a:solidFill>
                  <a:srgbClr val="183E54"/>
                </a:solidFill>
              </a:defRPr>
            </a:lvl5pPr>
            <a:lvl6pPr algn="l">
              <a:defRPr sz="1425" b="1">
                <a:solidFill>
                  <a:srgbClr val="183E54"/>
                </a:solidFill>
              </a:defRPr>
            </a:lvl6pPr>
            <a:lvl7pPr algn="l">
              <a:defRPr sz="1425" b="1">
                <a:solidFill>
                  <a:srgbClr val="183E54"/>
                </a:solidFill>
              </a:defRPr>
            </a:lvl7pPr>
            <a:lvl8pPr algn="l">
              <a:defRPr sz="1425" b="1">
                <a:solidFill>
                  <a:srgbClr val="183E54"/>
                </a:solidFill>
              </a:defRPr>
            </a:lvl8pPr>
            <a:lvl9pPr algn="l">
              <a:defRPr sz="1425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</a:defRPr>
            </a:pPr>
            <a:r>
              <a:rPr sz="1425" b="1">
                <a:solidFill>
                  <a:srgbClr val="183E54"/>
                </a:solidFill>
              </a:rPr>
              <a:t>ABDM / ABHA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E3E25-4AA6-4E2C-ADB1-CA149CD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</a:defRPr>
            </a:defPPr>
            <a:lvl1pPr algn="l">
              <a:defRPr sz="1200" b="0">
                <a:solidFill>
                  <a:srgbClr val="36586C"/>
                </a:solidFill>
              </a:defRPr>
            </a:lvl1pPr>
            <a:lvl2pPr algn="l">
              <a:defRPr sz="1200" b="0">
                <a:solidFill>
                  <a:srgbClr val="36586C"/>
                </a:solidFill>
              </a:defRPr>
            </a:lvl2pPr>
            <a:lvl3pPr algn="l">
              <a:defRPr sz="1200" b="0">
                <a:solidFill>
                  <a:srgbClr val="36586C"/>
                </a:solidFill>
              </a:defRPr>
            </a:lvl3pPr>
            <a:lvl4pPr algn="l">
              <a:defRPr sz="1200" b="0">
                <a:solidFill>
                  <a:srgbClr val="36586C"/>
                </a:solidFill>
              </a:defRPr>
            </a:lvl4pPr>
            <a:lvl5pPr algn="l">
              <a:defRPr sz="1200" b="0">
                <a:solidFill>
                  <a:srgbClr val="36586C"/>
                </a:solidFill>
              </a:defRPr>
            </a:lvl5pPr>
            <a:lvl6pPr algn="l">
              <a:defRPr sz="1200" b="0">
                <a:solidFill>
                  <a:srgbClr val="36586C"/>
                </a:solidFill>
              </a:defRPr>
            </a:lvl6pPr>
            <a:lvl7pPr algn="l">
              <a:defRPr sz="1200" b="0">
                <a:solidFill>
                  <a:srgbClr val="36586C"/>
                </a:solidFill>
              </a:defRPr>
            </a:lvl7pPr>
            <a:lvl8pPr algn="l">
              <a:defRPr sz="1200" b="0">
                <a:solidFill>
                  <a:srgbClr val="36586C"/>
                </a:solidFill>
              </a:defRPr>
            </a:lvl8pPr>
            <a:lvl9pPr algn="l">
              <a:defRPr sz="1200" b="0">
                <a:solidFill>
                  <a:srgbClr val="36586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</a:defRPr>
            </a:pPr>
            <a:r>
              <a:rPr sz="1200" b="0">
                <a:solidFill>
                  <a:srgbClr val="36586C"/>
                </a:solidFill>
              </a:rPr>
              <a:t>FHIR-style data does not itself authenticate an ABHA ID or connect to ABDM.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3BB08-C303-41F8-AB56-78684B93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84A6"/>
                </a:solidFill>
              </a:defRPr>
            </a:defPPr>
            <a:lvl1pPr algn="l">
              <a:defRPr sz="1050" b="1">
                <a:solidFill>
                  <a:srgbClr val="1684A6"/>
                </a:solidFill>
              </a:defRPr>
            </a:lvl1pPr>
            <a:lvl2pPr algn="l">
              <a:defRPr sz="1050" b="1">
                <a:solidFill>
                  <a:srgbClr val="1684A6"/>
                </a:solidFill>
              </a:defRPr>
            </a:lvl2pPr>
            <a:lvl3pPr algn="l">
              <a:defRPr sz="1050" b="1">
                <a:solidFill>
                  <a:srgbClr val="1684A6"/>
                </a:solidFill>
              </a:defRPr>
            </a:lvl3pPr>
            <a:lvl4pPr algn="l">
              <a:defRPr sz="1050" b="1">
                <a:solidFill>
                  <a:srgbClr val="1684A6"/>
                </a:solidFill>
              </a:defRPr>
            </a:lvl4pPr>
            <a:lvl5pPr algn="l">
              <a:defRPr sz="1050" b="1">
                <a:solidFill>
                  <a:srgbClr val="1684A6"/>
                </a:solidFill>
              </a:defRPr>
            </a:lvl5pPr>
            <a:lvl6pPr algn="l">
              <a:defRPr sz="1050" b="1">
                <a:solidFill>
                  <a:srgbClr val="1684A6"/>
                </a:solidFill>
              </a:defRPr>
            </a:lvl6pPr>
            <a:lvl7pPr algn="l">
              <a:defRPr sz="1050" b="1">
                <a:solidFill>
                  <a:srgbClr val="1684A6"/>
                </a:solidFill>
              </a:defRPr>
            </a:lvl7pPr>
            <a:lvl8pPr algn="l">
              <a:defRPr sz="1050" b="1">
                <a:solidFill>
                  <a:srgbClr val="1684A6"/>
                </a:solidFill>
              </a:defRPr>
            </a:lvl8pPr>
            <a:lvl9pPr algn="l">
              <a:defRPr sz="1050" b="1">
                <a:solidFill>
                  <a:srgbClr val="1684A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684A6"/>
                </a:solidFill>
              </a:defRPr>
            </a:pPr>
            <a:r>
              <a:rPr sz="1050" b="1">
                <a:solidFill>
                  <a:srgbClr val="1684A6"/>
                </a:solidFill>
              </a:rPr>
              <a:t>Project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3684F-2D03-4140-AABD-3CE0813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</a:defRPr>
            </a:defPPr>
            <a:lvl1pPr algn="l">
              <a:defRPr sz="1350" b="1">
                <a:solidFill>
                  <a:srgbClr val="183E54"/>
                </a:solidFill>
              </a:defRPr>
            </a:lvl1pPr>
            <a:lvl2pPr algn="l">
              <a:defRPr sz="1350" b="1">
                <a:solidFill>
                  <a:srgbClr val="183E54"/>
                </a:solidFill>
              </a:defRPr>
            </a:lvl2pPr>
            <a:lvl3pPr algn="l">
              <a:defRPr sz="1350" b="1">
                <a:solidFill>
                  <a:srgbClr val="183E54"/>
                </a:solidFill>
              </a:defRPr>
            </a:lvl3pPr>
            <a:lvl4pPr algn="l">
              <a:defRPr sz="1350" b="1">
                <a:solidFill>
                  <a:srgbClr val="183E54"/>
                </a:solidFill>
              </a:defRPr>
            </a:lvl4pPr>
            <a:lvl5pPr algn="l">
              <a:defRPr sz="1350" b="1">
                <a:solidFill>
                  <a:srgbClr val="183E54"/>
                </a:solidFill>
              </a:defRPr>
            </a:lvl5pPr>
            <a:lvl6pPr algn="l">
              <a:defRPr sz="1350" b="1">
                <a:solidFill>
                  <a:srgbClr val="183E54"/>
                </a:solidFill>
              </a:defRPr>
            </a:lvl6pPr>
            <a:lvl7pPr algn="l">
              <a:defRPr sz="1350" b="1">
                <a:solidFill>
                  <a:srgbClr val="183E54"/>
                </a:solidFill>
              </a:defRPr>
            </a:lvl7pPr>
            <a:lvl8pPr algn="l">
              <a:defRPr sz="1350" b="1">
                <a:solidFill>
                  <a:srgbClr val="183E54"/>
                </a:solidFill>
              </a:defRPr>
            </a:lvl8pPr>
            <a:lvl9pPr algn="l">
              <a:defRPr sz="1350" b="1">
                <a:solidFill>
                  <a:srgbClr val="183E5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</a:defRPr>
            </a:pPr>
            <a:r>
              <a:rPr sz="1350" b="1">
                <a:solidFill>
                  <a:srgbClr val="183E54"/>
                </a:solidFill>
              </a:rPr>
              <a:t>HTML · CSS · JavaScript · Python · Three.js · QRCode.js · Gemini · optional Anthropic Claude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9E49A-BE90-4E5F-8321-B69D20B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7788"/>
                </a:solidFill>
              </a:defRPr>
            </a:defPPr>
            <a:lvl1pPr algn="l">
              <a:defRPr sz="975" b="0">
                <a:solidFill>
                  <a:srgbClr val="5B7788"/>
                </a:solidFill>
              </a:defRPr>
            </a:lvl1pPr>
            <a:lvl2pPr algn="l">
              <a:defRPr sz="975" b="0">
                <a:solidFill>
                  <a:srgbClr val="5B7788"/>
                </a:solidFill>
              </a:defRPr>
            </a:lvl2pPr>
            <a:lvl3pPr algn="l">
              <a:defRPr sz="975" b="0">
                <a:solidFill>
                  <a:srgbClr val="5B7788"/>
                </a:solidFill>
              </a:defRPr>
            </a:lvl3pPr>
            <a:lvl4pPr algn="l">
              <a:defRPr sz="975" b="0">
                <a:solidFill>
                  <a:srgbClr val="5B7788"/>
                </a:solidFill>
              </a:defRPr>
            </a:lvl4pPr>
            <a:lvl5pPr algn="l">
              <a:defRPr sz="975" b="0">
                <a:solidFill>
                  <a:srgbClr val="5B7788"/>
                </a:solidFill>
              </a:defRPr>
            </a:lvl5pPr>
            <a:lvl6pPr algn="l">
              <a:defRPr sz="975" b="0">
                <a:solidFill>
                  <a:srgbClr val="5B7788"/>
                </a:solidFill>
              </a:defRPr>
            </a:lvl6pPr>
            <a:lvl7pPr algn="l">
              <a:defRPr sz="975" b="0">
                <a:solidFill>
                  <a:srgbClr val="5B7788"/>
                </a:solidFill>
              </a:defRPr>
            </a:lvl7pPr>
            <a:lvl8pPr algn="l">
              <a:defRPr sz="975" b="0">
                <a:solidFill>
                  <a:srgbClr val="5B7788"/>
                </a:solidFill>
              </a:defRPr>
            </a:lvl8pPr>
            <a:lvl9pPr algn="l">
              <a:defRPr sz="975" b="0">
                <a:solidFill>
                  <a:srgbClr val="5B7788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7788"/>
                </a:solidFill>
              </a:defRPr>
            </a:pPr>
            <a:r>
              <a:rPr sz="975" b="0">
                <a:solidFill>
                  <a:srgbClr val="5B7788"/>
                </a:solidFill>
              </a:rPr>
              <a:t>Based on the project README, code and screenshots supplied for this overview.</a:t>
            </a:r>
          </a:p>
        </p:txBody>
      </p:sp>
    </p:spTree>
    <p:extLst>
      <p:ext uri="{BB962C8B-B14F-4D97-AF65-F5344CB8AC3E}">
        <p14:creationId xmlns:p14="http://schemas.microsoft.com/office/powerpoint/2010/main" val="1462966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2026-10-24T10:47:41.5770000Z</dcterms:created>
  <dcterms:modified xsi:type="dcterms:W3CDTF">2026-10-24T10:47:41.5770000Z</dcterms:modified>
</coreProperties>
</file>