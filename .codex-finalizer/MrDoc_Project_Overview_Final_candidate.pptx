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01afdb8da64ae2" /><Relationship Type="http://schemas.openxmlformats.org/officeDocument/2006/relationships/extended-properties" Target="/docProps/app.xml" Id="R229dedd5086b4a38" /><Relationship Type="http://schemas.openxmlformats.org/officeDocument/2006/relationships/officeDocument" Target="/ppt/presentation.xml" Id="R9200e8b052034c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fe0b2b10804a83"/>
  </p:sldMasterIdLst>
  <p:notesMasterIdLst>
    <p:notesMasterId xmlns:r="http://schemas.openxmlformats.org/officeDocument/2006/relationships" r:id="Re893a0fd94d44a1d"/>
  </p:notesMasterIdLst>
  <p:sldIdLst>
    <p:sldId xmlns:r="http://schemas.openxmlformats.org/officeDocument/2006/relationships" id="256" r:id="R84a857ffa92247f4"/>
    <p:sldId xmlns:r="http://schemas.openxmlformats.org/officeDocument/2006/relationships" id="257" r:id="Rb420f13e6aba438e"/>
    <p:sldId xmlns:r="http://schemas.openxmlformats.org/officeDocument/2006/relationships" id="258" r:id="R67b415384ef84469"/>
    <p:sldId xmlns:r="http://schemas.openxmlformats.org/officeDocument/2006/relationships" id="259" r:id="R9ecc78a649184cec"/>
    <p:sldId xmlns:r="http://schemas.openxmlformats.org/officeDocument/2006/relationships" id="260" r:id="R98402e55f0f849f4"/>
    <p:sldId xmlns:r="http://schemas.openxmlformats.org/officeDocument/2006/relationships" id="261" r:id="R1b12d48dbba04b88"/>
    <p:sldId xmlns:r="http://schemas.openxmlformats.org/officeDocument/2006/relationships" id="262" r:id="R27ab266ed8ab4fbb"/>
    <p:sldId xmlns:r="http://schemas.openxmlformats.org/officeDocument/2006/relationships" id="263" r:id="Rd80ef16bef3640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48a933894e4949" /><Relationship Type="http://schemas.openxmlformats.org/officeDocument/2006/relationships/slideMaster" Target="/ppt/slideMasters/slideMaster1.xml" Id="R4dfe0b2b10804a83" /><Relationship Type="http://schemas.openxmlformats.org/officeDocument/2006/relationships/notesMaster" Target="/ppt/notesMasters/notesMaster1.xml" Id="Re893a0fd94d44a1d" /><Relationship Type="http://schemas.openxmlformats.org/officeDocument/2006/relationships/presProps" Target="/ppt/presProps.xml" Id="Rce4626f7ea244484" /><Relationship Type="http://schemas.openxmlformats.org/officeDocument/2006/relationships/tableStyles" Target="/ppt/tableStyles.xml" Id="Re81ab151ea164061" /><Relationship Type="http://schemas.openxmlformats.org/officeDocument/2006/relationships/slide" Target="/ppt/slides/slide1.xml" Id="R84a857ffa92247f4" /><Relationship Type="http://schemas.openxmlformats.org/officeDocument/2006/relationships/slide" Target="/ppt/slides/slide2.xml" Id="Rb420f13e6aba438e" /><Relationship Type="http://schemas.openxmlformats.org/officeDocument/2006/relationships/slide" Target="/ppt/slides/slide3.xml" Id="R67b415384ef84469" /><Relationship Type="http://schemas.openxmlformats.org/officeDocument/2006/relationships/slide" Target="/ppt/slides/slide4.xml" Id="R9ecc78a649184cec" /><Relationship Type="http://schemas.openxmlformats.org/officeDocument/2006/relationships/slide" Target="/ppt/slides/slide5.xml" Id="R98402e55f0f849f4" /><Relationship Type="http://schemas.openxmlformats.org/officeDocument/2006/relationships/slide" Target="/ppt/slides/slide6.xml" Id="R1b12d48dbba04b88" /><Relationship Type="http://schemas.openxmlformats.org/officeDocument/2006/relationships/slide" Target="/ppt/slides/slide7.xml" Id="R27ab266ed8ab4fbb" /><Relationship Type="http://schemas.openxmlformats.org/officeDocument/2006/relationships/slide" Target="/ppt/slides/slide8.xml" Id="Rd80ef16bef3640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086badd8854f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7fcf44ab24c13" /><Relationship Type="http://schemas.openxmlformats.org/officeDocument/2006/relationships/notesMaster" Target="/ppt/notesMasters/notesMaster1.xml" Id="R431304ba1baa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b5a2836da4990" /><Relationship Type="http://schemas.openxmlformats.org/officeDocument/2006/relationships/notesMaster" Target="/ppt/notesMasters/notesMaster1.xml" Id="R57bd0bab5f9f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ba2fb8585a4026" /><Relationship Type="http://schemas.openxmlformats.org/officeDocument/2006/relationships/notesMaster" Target="/ppt/notesMasters/notesMaster1.xml" Id="R265dfd191fcc4a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0855b168d847e7" /><Relationship Type="http://schemas.openxmlformats.org/officeDocument/2006/relationships/notesMaster" Target="/ppt/notesMasters/notesMaster1.xml" Id="Reaac4ec83f9e4f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5310f9e9b246b5" /><Relationship Type="http://schemas.openxmlformats.org/officeDocument/2006/relationships/notesMaster" Target="/ppt/notesMasters/notesMaster1.xml" Id="R9f1e0f9703cc4c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eb7b5e528e43b2" /><Relationship Type="http://schemas.openxmlformats.org/officeDocument/2006/relationships/notesMaster" Target="/ppt/notesMasters/notesMaster1.xml" Id="R7cdc489bd9e348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b0429ad0b34326" /><Relationship Type="http://schemas.openxmlformats.org/officeDocument/2006/relationships/notesMaster" Target="/ppt/notesMasters/notesMaster1.xml" Id="R3328dbeb181d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e6a7bb5c714a29" /><Relationship Type="http://schemas.openxmlformats.org/officeDocument/2006/relationships/notesMaster" Target="/ppt/notesMasters/notesMaster1.xml" Id="R3845e2faeab4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04a9e136342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2b4d735f84f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40bb9a09944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6aa9782fc44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95c76d84840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c6d63a05e47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936011-1E64-4710-BBB0-1AC6CA3CB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310C91-66FE-4167-AE4D-F56766D35E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BF4C60-F172-4184-97C4-520CA82D6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398CA3-B67E-4D12-BA2B-3CDCC8474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F48FF7-EACB-4145-90D2-18138AA08D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EDB8D5-6225-48E9-A34F-BF3C8E5C62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A7AA97-F984-4081-9BDD-686D590F15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BFB1B8-BFD7-4690-ABCA-94B9181058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79022A-CB5B-48B3-9E84-7B1D38F0F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C49592-C6DB-4929-976D-7A5CE785F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7b8d636db04926" /><Relationship Type="http://schemas.openxmlformats.org/officeDocument/2006/relationships/slideLayout" Target="/ppt/slideLayouts/slideLayout1.xml" Id="R48145cb8f81241fc" /><Relationship Type="http://schemas.openxmlformats.org/officeDocument/2006/relationships/slideLayout" Target="/ppt/slideLayouts/slideLayout2.xml" Id="R536c0926ec3e4f5d" /><Relationship Type="http://schemas.openxmlformats.org/officeDocument/2006/relationships/slideLayout" Target="/ppt/slideLayouts/slideLayout3.xml" Id="R565a8e76fd024ec1" /><Relationship Type="http://schemas.openxmlformats.org/officeDocument/2006/relationships/slideLayout" Target="/ppt/slideLayouts/slideLayout4.xml" Id="R31cef6749eeb4ee0" /><Relationship Type="http://schemas.openxmlformats.org/officeDocument/2006/relationships/slideLayout" Target="/ppt/slideLayouts/slideLayout5.xml" Id="R5bbe49cd8a4849ad" /><Relationship Type="http://schemas.openxmlformats.org/officeDocument/2006/relationships/slideLayout" Target="/ppt/slideLayouts/slideLayout6.xml" Id="R55c80c6b2f66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145cb8f81241fc"/>
    <p:sldLayoutId xmlns:r="http://schemas.openxmlformats.org/officeDocument/2006/relationships" id="2147483650" r:id="R536c0926ec3e4f5d"/>
    <p:sldLayoutId xmlns:r="http://schemas.openxmlformats.org/officeDocument/2006/relationships" id="2147483651" r:id="R565a8e76fd024ec1"/>
    <p:sldLayoutId xmlns:r="http://schemas.openxmlformats.org/officeDocument/2006/relationships" id="2147483652" r:id="R31cef6749eeb4ee0"/>
    <p:sldLayoutId xmlns:r="http://schemas.openxmlformats.org/officeDocument/2006/relationships" id="2147483653" r:id="R5bbe49cd8a4849ad"/>
    <p:sldLayoutId xmlns:r="http://schemas.openxmlformats.org/officeDocument/2006/relationships" id="2147483654" r:id="R55c80c6b2f66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8de0e62214171" /><Relationship Type="http://schemas.openxmlformats.org/officeDocument/2006/relationships/image" Target="/ppt/media/image.png" Id="R9bccbdaa4a674591" /><Relationship Type="http://schemas.openxmlformats.org/officeDocument/2006/relationships/notesSlide" Target="/ppt/notesSlides/notesSlide1.xml" Id="Rcd90ddcbecf4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2211eb97b478f" /><Relationship Type="http://schemas.openxmlformats.org/officeDocument/2006/relationships/notesSlide" Target="/ppt/notesSlides/notesSlide2.xml" Id="Rdd353b9e01f747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1ca24a0b64d92" /><Relationship Type="http://schemas.openxmlformats.org/officeDocument/2006/relationships/image" Target="/ppt/media/image2.png" Id="R9f510bd56b5a4bc6" /><Relationship Type="http://schemas.openxmlformats.org/officeDocument/2006/relationships/notesSlide" Target="/ppt/notesSlides/notesSlide3.xml" Id="Re3214833a19f48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4280519824bc7" /><Relationship Type="http://schemas.openxmlformats.org/officeDocument/2006/relationships/image" Target="/ppt/media/image3.png" Id="R937282653e004317" /><Relationship Type="http://schemas.openxmlformats.org/officeDocument/2006/relationships/image" Target="/ppt/media/image4.png" Id="R3084a4ca1049454e" /><Relationship Type="http://schemas.openxmlformats.org/officeDocument/2006/relationships/notesSlide" Target="/ppt/notesSlides/notesSlide4.xml" Id="Rb6d30f2c3b7f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961ac4d0e495c" /><Relationship Type="http://schemas.openxmlformats.org/officeDocument/2006/relationships/image" Target="/ppt/media/image5.png" Id="Rc75b66d1edbb4807" /><Relationship Type="http://schemas.openxmlformats.org/officeDocument/2006/relationships/notesSlide" Target="/ppt/notesSlides/notesSlide5.xml" Id="R893f68c25be44b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62b90f0c641df" /><Relationship Type="http://schemas.openxmlformats.org/officeDocument/2006/relationships/image" Target="/ppt/media/image6.png" Id="Rae8fa8fc45cf4193" /><Relationship Type="http://schemas.openxmlformats.org/officeDocument/2006/relationships/image" Target="/ppt/media/image7.png" Id="R45dc377a0adc4c06" /><Relationship Type="http://schemas.openxmlformats.org/officeDocument/2006/relationships/notesSlide" Target="/ppt/notesSlides/notesSlide6.xml" Id="Rbdb016ce5f7a48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e308105a84e2a" /><Relationship Type="http://schemas.openxmlformats.org/officeDocument/2006/relationships/image" Target="/ppt/media/image8.png" Id="Rd8690ee6f36943e6" /><Relationship Type="http://schemas.openxmlformats.org/officeDocument/2006/relationships/notesSlide" Target="/ppt/notesSlides/notesSlide7.xml" Id="Raee2b4751679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bb3c14e2e4930" /><Relationship Type="http://schemas.openxmlformats.org/officeDocument/2006/relationships/notesSlide" Target="/ppt/notesSlides/notesSlide8.xml" Id="R66ec143d3340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6E317-823C-4D80-B4C7-66A5CF4B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538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Mr.Doc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A2662-C1F1-4B7A-A3C6-C91D7E88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7ED4E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ED4E0"/>
                </a:solidFill>
                <a:latin typeface="Arial"/>
                <a:ea typeface="Arial"/>
                <a:cs typeface="Arial"/>
              </a:rPr>
              <a:t>Personal health 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B5BB0-9879-4576-9120-895C4A46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905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7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7EC"/>
                </a:solidFill>
                <a:latin typeface="Arial"/>
                <a:ea typeface="Arial"/>
                <a:cs typeface="Arial"/>
              </a:rPr>
              <a:t>Project overview, technology stack, and the experience updates you requested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FCDAD-AF10-4318-982B-36EB2461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85711-987B-488B-A769-67FE2A20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7D1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D1DC"/>
                </a:solidFill>
                <a:latin typeface="Arial"/>
                <a:ea typeface="Arial"/>
                <a:cs typeface="Arial"/>
              </a:rPr>
              <a:t>Product and UX summary  ·  24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E59FA-E0A0-453A-A6CA-3A378AF348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cbdaa4a674591"/>
          <a:stretch xmlns:a="http://schemas.openxmlformats.org/drawingml/2006/main"/>
        </p:blipFill>
        <p:spPr>
          <a:xfrm xmlns:a="http://schemas.openxmlformats.org/drawingml/2006/main">
            <a:off x="7061200" y="323850"/>
            <a:ext cx="4127500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8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B61C59-641C-49F7-8EDB-36BE6FA2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3E94C-C2BF-4431-81B7-02E21D73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Languages and framework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5F775-57E5-4627-83E6-28203A7E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41DBB-F518-4AEE-BFC1-CF841A6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C3709-8B5D-4314-9509-F01B4469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0A122-A12D-4438-AB13-CEA11DA2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No large frontend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90F10-54EE-4B63-92D8-6B6F70E9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14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The interface uses native HTML, CSS and JavaScript. The Python backend uses the standard library for its local web server and API requests.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04169-E122-4B3D-9ED4-55EA8B7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Three.js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62321-0A1B-4B28-9C78-9A042BA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Interactive 3D anatomy and character scenes.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7A5BB-0A7F-4B8D-9CCE-A78D102D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QRCode.js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2FFC2-4D78-47D4-8A44-4E4654D6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Offline QR generation in the browser.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EE610-15A5-4BEB-89BB-F5BD1B87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Python standard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3362E-6600-489F-BBF9-9944993A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HTTP server, JSON, file handling and outbound API requests.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CDECD-D97B-445A-9C5B-ED8DDA91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Pillow + pypdfium2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8E84A-40DA-4B8B-8836-557D3B59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Optional image and PDF support for OCR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81428-61E4-4D8F-8862-AD66FAD5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APP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94BE4-6831-41EA-8F66-7935C914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143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4370C-F2B0-4796-BFF0-BC20F88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1838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Browser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85BF6-C112-4033-9E0C-37B9E00B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1838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HTML · CSS · JavaScript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3F2BB-D9FC-45D3-82B5-C516A6E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ED31F-BD32-4029-A798-33C376B1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Python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C7F73-3833-42A6-9AED-65BC1CE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431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Standard library · port 8000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83299-6CE7-4D94-A00E-24838B75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C424D-D301-41A0-850C-9340C4D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148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AI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8FD28-3EB7-4945-84FD-AF116863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863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Gemini · optional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FC598-0B74-493F-9C08-101373B3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143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09FFB-B3D0-4B59-B4DC-A791CC0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1838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Local browser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E0D4F-1362-4108-8FFC-AC0A4774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1838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localStorage · FHIR-style 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06D26-5ECA-4D39-9CED-3FCC7930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885A5C-5D58-4AEF-A263-CCB4584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OCR · chat · voice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E1F35-5F85-42BE-A4E0-CF3742D1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339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Saved records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F69CA-6603-428E-999F-A02C160D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864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788"/>
                </a:solidFill>
                <a:latin typeface="Arial"/>
                <a:ea typeface="Arial"/>
                <a:cs typeface="Arial"/>
              </a:rPr>
              <a:t>FHIR-style means structured data; it is not an ABDM/ABHA integration.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C99E52-200A-4375-BA0A-22A5F8D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Interface languages: English, Hindi, Telugu and Tamil. Voice uses Gemini TTS with browser speech fallback.</a:t>
            </a:r>
          </a:p>
        </p:txBody>
      </p:sp>
    </p:spTree>
    <p:extLst>
      <p:ext uri="{BB962C8B-B14F-4D97-AF65-F5344CB8AC3E}">
        <p14:creationId xmlns:p14="http://schemas.microsoft.com/office/powerpoint/2010/main" val="202587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1E86B-EBFC-4D74-99FF-3EB9E1CC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D5FA2-6131-4F62-B505-DF07D259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Appointment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A6F31-C442-4E35-8D3D-3CE9F20E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43989-0656-49AD-881C-C8A58FD6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8C698-CA54-4E72-AD57-1C6409D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A1984-C42D-4C5F-92BE-87CBDD6F49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10bd56b5a4bc6"/>
          <a:stretch xmlns:a="http://schemas.openxmlformats.org/drawingml/2006/main"/>
        </p:blipFill>
        <p:spPr>
          <a:xfrm xmlns:a="http://schemas.openxmlformats.org/drawingml/2006/main">
            <a:off x="609600" y="1981614"/>
            <a:ext cx="6048375" cy="34186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6FB4-4146-4AB2-BCD1-EE4B704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049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Appointment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F2CEF-4E4D-4D57-981C-432A112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193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Date and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3E50B-C7F4-4B56-A619-95765FDC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145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Use clear dropdown controls for date and available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10892-41DD-4489-9943-65E13239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Doctor or department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1B9E7-80B2-4C7D-B7F6-FD98CA9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908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Offer common specialties and clinician types as selectable options.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6E89E-5D00-4B8C-9297-2AFBB653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Questions for the visit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8B775-997F-4DC9-B75E-83D8BB03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Generate questions from the appointment and specialty.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70DEB-E919-4EF1-B922-AA32391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482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Compact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118A0-0A01-4D93-ADDE-33E553BE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434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Show highlighted discussion points in a small popup, not a full page or editable question field.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89834-2FCB-4D65-9051-0208F382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19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788"/>
                </a:solidFill>
                <a:latin typeface="Arial"/>
                <a:ea typeface="Arial"/>
                <a:cs typeface="Arial"/>
              </a:rPr>
              <a:t>The screenshot shows the current form with generated questions inline. The popup behavior above is the requested refinement.</a:t>
            </a:r>
          </a:p>
        </p:txBody>
      </p:sp>
    </p:spTree>
    <p:extLst>
      <p:ext uri="{BB962C8B-B14F-4D97-AF65-F5344CB8AC3E}">
        <p14:creationId xmlns:p14="http://schemas.microsoft.com/office/powerpoint/2010/main" val="1199233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43D4E-C38F-45B3-AF15-B48084C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33207-5FBD-42A6-BAC5-97C5BD57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Family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1FB13-A113-4E9F-B9E3-018DC46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81485-C634-4ED2-85C7-0CC26199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DDAC7-74C8-4B17-A549-27CE8207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47600-1410-429C-9618-540E95302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282653e004317"/>
          <a:stretch xmlns:a="http://schemas.openxmlformats.org/drawingml/2006/main"/>
        </p:blipFill>
        <p:spPr>
          <a:xfrm xmlns:a="http://schemas.openxmlformats.org/drawingml/2006/main">
            <a:off x="552450" y="1952083"/>
            <a:ext cx="4953000" cy="2001334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9DE38-4733-4DD6-B90B-6E463FD38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4a4ca1049454e"/>
          <a:stretch xmlns:a="http://schemas.openxmlformats.org/drawingml/2006/main"/>
        </p:blipFill>
        <p:spPr>
          <a:xfrm xmlns:a="http://schemas.openxmlformats.org/drawingml/2006/main">
            <a:off x="552450" y="4067740"/>
            <a:ext cx="4953000" cy="22372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F6F56-977C-43CF-9C17-F02B2A7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04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Two-step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F8A0F-BA00-4E33-8F57-6EEB58B4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1  Choose who is using Mr.Doc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482C0-F3EF-4F6E-AF45-B08FD6C7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98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Father, Mother, Son or Daughter, with a simple custom option.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2546E-84D8-41F2-B6D9-6DF32D2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2  Confirm, then add family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B1463-C401-45D5-BB5E-D1553942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66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Show family choices only after the user confirms their own profile.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C5AAA-447F-4B79-A1B1-48C1A53C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481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Separate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10612-670C-466B-BFFD-52E612D6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434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Each selected relationship gets its own profile and health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4C3AD-4C12-45F6-A4AA-C59BA429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816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788"/>
                </a:solidFill>
                <a:latin typeface="Arial"/>
                <a:ea typeface="Arial"/>
                <a:cs typeface="Arial"/>
              </a:rPr>
              <a:t>The requested experience removes extra relationship choices from the initial identity screen.</a:t>
            </a:r>
          </a:p>
        </p:txBody>
      </p:sp>
    </p:spTree>
    <p:extLst>
      <p:ext uri="{BB962C8B-B14F-4D97-AF65-F5344CB8AC3E}">
        <p14:creationId xmlns:p14="http://schemas.microsoft.com/office/powerpoint/2010/main" val="1321708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C16C7-AC0D-49A4-86BE-AB18409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34A55-6953-42D5-BF3F-C938CCE8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Health QR and navigation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B8A8A-3FDD-4CF9-9B32-6865BCE1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25F59-E024-4A8C-AD88-42908F21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EB80C-350A-4B7A-8132-448EDF28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BA4B7-7CCD-48FE-ACBE-9E8683D4D2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b66d1edbb4807"/>
          <a:stretch xmlns:a="http://schemas.openxmlformats.org/drawingml/2006/main"/>
        </p:blipFill>
        <p:spPr>
          <a:xfrm xmlns:a="http://schemas.openxmlformats.org/drawingml/2006/main">
            <a:off x="874615" y="1381125"/>
            <a:ext cx="3660969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15CC5-CA5A-4986-8C1B-CB002756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621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A patient-controlled profile identifier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BFCB6-22A2-4EC0-A5B1-4BDD3EE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QR screen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B2913-A29D-4D19-A01F-C281C392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669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Include a clear “Check your reports” action beside the profile QR.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5C1FD-5D90-46E9-8240-1A94BB6F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Top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A7F44-1D78-4C82-8620-2783A6BB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Remove the duplicate “Your reports” button because reports already have a sidebar entry.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A22AA-DF36-46D8-A154-0298B803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My Health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0E04E-F919-43DF-94C3-FE4CB33B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Open on click and stay open while the user selects an option.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61B27-3866-4F0F-862A-89F7D31F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14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Profile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61424-D62A-44DE-8EFB-2E14EE9B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01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Keep My Profile and My Family; remove the duplicate My Health QR item.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B3AC4-B6A7-4A77-BAF3-D113417A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57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788"/>
                </a:solidFill>
                <a:latin typeface="Arial"/>
                <a:ea typeface="Arial"/>
                <a:cs typeface="Arial"/>
              </a:rPr>
              <a:t>The local QR identifies a Mr.Doc profile. Hospital report delivery needs authenticated hospital API or FHIR integration.</a:t>
            </a:r>
          </a:p>
        </p:txBody>
      </p:sp>
    </p:spTree>
    <p:extLst>
      <p:ext uri="{BB962C8B-B14F-4D97-AF65-F5344CB8AC3E}">
        <p14:creationId xmlns:p14="http://schemas.microsoft.com/office/powerpoint/2010/main" val="2135398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F6B83-0EE6-4961-A412-046B0BE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3C7C6-6D7B-422C-9C7B-4E2E680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Anatomy view and medicine reminders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F863D-14C7-45A6-9A68-1830B271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692C8-13EE-4495-B0D3-F1733B2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A3C41-B011-40A2-8B8D-50C5187A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445DC-4AA6-4786-B157-D31818EBA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fa8fc45cf4193"/>
          <a:stretch xmlns:a="http://schemas.openxmlformats.org/drawingml/2006/main"/>
        </p:blipFill>
        <p:spPr>
          <a:xfrm xmlns:a="http://schemas.openxmlformats.org/drawingml/2006/main">
            <a:off x="612603" y="1485900"/>
            <a:ext cx="5261319" cy="43815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4E1CC-8DED-4B29-9ECC-0A6421E7FD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c377a0adc4c06"/>
          <a:stretch xmlns:a="http://schemas.openxmlformats.org/drawingml/2006/main"/>
        </p:blipFill>
        <p:spPr>
          <a:xfrm xmlns:a="http://schemas.openxmlformats.org/drawingml/2006/main">
            <a:off x="6524625" y="1725613"/>
            <a:ext cx="4953000" cy="2016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FDF8C-3FA0-4631-B605-923ACA3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62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Requested refinements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9FFC8-5DA1-4FAC-955A-68C5EB8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624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Keep rotation in 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7E067-F217-46E1-A8E9-D8B8A0A5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577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Rotate the model around its own center; keep labels anchored to their correct body parts.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F7A93-A6F1-40AC-BB15-69374976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482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Reduce reminder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A2637-B992-4B24-87C4-4571240C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435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Make “Add reminder” compact but easy to find.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AA514-95FF-46FD-B1CC-23F9208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7340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Do not infer dosing times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9B03E-A83C-490E-BB64-4B36D69E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0293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If the prescription gives no clock time, ask the user to check clinician instructions.</a:t>
            </a:r>
          </a:p>
        </p:txBody>
      </p:sp>
    </p:spTree>
    <p:extLst>
      <p:ext uri="{BB962C8B-B14F-4D97-AF65-F5344CB8AC3E}">
        <p14:creationId xmlns:p14="http://schemas.microsoft.com/office/powerpoint/2010/main" val="782005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D106E-624B-4947-A170-4662FC6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408AF-7FC0-4024-9D82-8091E65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Personal guidance and patient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A81F8-BBE2-4403-963C-5EB40BB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80BC2-7A41-45A5-B4C9-76674B75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D286E-AADE-4EE8-BCBA-A1E81BB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6A60B-25B0-4890-BF14-F7636DC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Support built around the person’s saved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343B5-654F-4160-90BA-068819D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Wellness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C6600-FA77-4767-8F49-F28FD86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Diet, sleep, habits and general wellbeing can use saved age and records as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75413-52D2-4572-9489-A37FDC43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Doctor discussion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4260B-E792-48DD-B027-49442786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Summarize relevant history and prepare questions for the clinician.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CF332-A1CC-47A4-83B5-8236B913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English, Hindi, Telugu and Tamil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82EB4-89C5-4977-8D93-36960E89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Telugu voice input and spoken answers follow the selected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819B9-9730-4490-85FD-F0BF097C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Record gaps stay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5D0D3-C586-4D01-967F-A425EF12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Missing medicine names, dosage, timing or clinical details are left unclear, never guessed.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8DBD0-F074-4B5F-AF8D-D2802F84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Mr.Doc does not diagnose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F27AA-09D8-410A-93E4-447A516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It helps explain records and organize care conversations.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1D619-D32A-4E0E-9F3D-A13832764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90ee6f36943e6"/>
          <a:stretch xmlns:a="http://schemas.openxmlformats.org/drawingml/2006/main"/>
        </p:blipFill>
        <p:spPr>
          <a:xfrm xmlns:a="http://schemas.openxmlformats.org/drawingml/2006/main">
            <a:off x="7495223" y="1809750"/>
            <a:ext cx="2106930" cy="37623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88047-7CAD-4ADA-9342-CC13ECA3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Tutorial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D25E7-5A83-4263-B35D-DB59A2E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57875"/>
            <a:ext cx="414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Refresh the walkthrough so it matches the current navigation, appointment popup and family setup.</a:t>
            </a:r>
          </a:p>
        </p:txBody>
      </p:sp>
    </p:spTree>
    <p:extLst>
      <p:ext uri="{BB962C8B-B14F-4D97-AF65-F5344CB8AC3E}">
        <p14:creationId xmlns:p14="http://schemas.microsoft.com/office/powerpoint/2010/main" val="1839060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8367D-D0BB-49D5-8C84-84A2E09F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CONNECTIONS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18D62-7EC0-4389-A706-1BB161B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Integration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56C08-7394-4507-B5C1-99E046B0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F6D2D-755C-4F15-A0C8-DC16B845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MR.DOC  /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F3FBB-CA68-47A5-9664-EFCB915A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778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BD7B9-F6D2-4332-B597-66CC1122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Available within the current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0D7B8-9D97-4E07-9D66-EABCB2F7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Local profile 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D90DC-8B4F-4F90-A46E-E0035DA3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Generated offline and used to identify a local Mr.Doc profile.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36A29-02E1-4B54-9539-20128823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Browser notifications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28DA0-3EAF-45EA-8448-AD39FB0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Appointment and report reminders depend on browser permission and app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BEDD0-0F93-43E1-AC64-B906E2C6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Health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00096-EB17-4FBD-A671-076B74E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Saved in browser localStorage and represented with FHIR-style JSON resources.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F4AD6-EF3B-4F1B-92CA-C66BD2D4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FF4E0-10FE-47E5-8B61-EF91782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573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B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B54"/>
                </a:solidFill>
                <a:latin typeface="Arial"/>
                <a:ea typeface="Arial"/>
                <a:cs typeface="Arial"/>
              </a:rPr>
              <a:t>Requires provider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05FF5-6D55-4200-8AF7-5A9BD23C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Hospital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B3275-0685-4173-845E-2D0ADEF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Authenticated hospital API or FHIR connection.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0BC14-C1D5-49D6-8A88-D5CE7451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Smartwatch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A4634-C954-47D8-915F-B3A9A27C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Apple Health, Android Health Connect, Fitbit or another provider API.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54E6F-0B5D-4C1E-868B-9821D88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ABDM / ABHA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1B3B2-7E6C-41A5-90E9-69178827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29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658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6586C"/>
                </a:solidFill>
                <a:latin typeface="Arial"/>
                <a:ea typeface="Arial"/>
                <a:cs typeface="Arial"/>
              </a:rPr>
              <a:t>FHIR-style data does not itself authenticate an ABHA ID or connect to ABDM.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258F6-A36A-4F21-AB37-C13BE7E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684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84A6"/>
                </a:solidFill>
                <a:latin typeface="Arial"/>
                <a:ea typeface="Arial"/>
                <a:cs typeface="Arial"/>
              </a:rPr>
              <a:t>Project 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5B83A-BDCF-4585-A42D-9E40859F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E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E54"/>
                </a:solidFill>
                <a:latin typeface="Arial"/>
                <a:ea typeface="Arial"/>
                <a:cs typeface="Arial"/>
              </a:rPr>
              <a:t>HTML · CSS · JavaScript · Python · Three.js · QRCode.js · Gemini · optional Anthropic Claude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2B03D-856E-449E-A64B-C1CBA78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788"/>
                </a:solidFill>
                <a:latin typeface="Arial"/>
                <a:ea typeface="Arial"/>
                <a:cs typeface="Arial"/>
              </a:rPr>
              <a:t>Based on the project README, code and screenshots supplied for this overview.</a:t>
            </a:r>
          </a:p>
        </p:txBody>
      </p:sp>
    </p:spTree>
    <p:extLst>
      <p:ext uri="{BB962C8B-B14F-4D97-AF65-F5344CB8AC3E}">
        <p14:creationId xmlns:p14="http://schemas.microsoft.com/office/powerpoint/2010/main" val="2102961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2026-10-24T10:49:13.2630000Z</dcterms:created>
  <dcterms:modified xsi:type="dcterms:W3CDTF">2026-10-24T10:49:13.2640000Z</dcterms:modified>
</coreProperties>
</file>